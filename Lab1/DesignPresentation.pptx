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1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61A9-7651-4D21-891F-7865D1ECF2C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844A6-7E7B-416C-815A-7229405D7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85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61A9-7651-4D21-891F-7865D1ECF2C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844A6-7E7B-416C-815A-7229405D7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16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61A9-7651-4D21-891F-7865D1ECF2C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844A6-7E7B-416C-815A-7229405D7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60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61A9-7651-4D21-891F-7865D1ECF2C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844A6-7E7B-416C-815A-7229405D7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72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61A9-7651-4D21-891F-7865D1ECF2C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844A6-7E7B-416C-815A-7229405D7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7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61A9-7651-4D21-891F-7865D1ECF2C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844A6-7E7B-416C-815A-7229405D7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46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61A9-7651-4D21-891F-7865D1ECF2C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844A6-7E7B-416C-815A-7229405D7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2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61A9-7651-4D21-891F-7865D1ECF2C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844A6-7E7B-416C-815A-7229405D7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61A9-7651-4D21-891F-7865D1ECF2C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844A6-7E7B-416C-815A-7229405D7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9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61A9-7651-4D21-891F-7865D1ECF2C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844A6-7E7B-416C-815A-7229405D7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675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61A9-7651-4D21-891F-7865D1ECF2C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844A6-7E7B-416C-815A-7229405D7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74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C61A9-7651-4D21-891F-7865D1ECF2C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844A6-7E7B-416C-815A-7229405D7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0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61A2-5E01-B4AD-DEF8-1F4F92BBAE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Lab</a:t>
            </a:r>
            <a:r>
              <a:rPr lang="fr-FR" dirty="0"/>
              <a:t> 1: </a:t>
            </a:r>
            <a:r>
              <a:rPr lang="fr-FR" dirty="0" err="1"/>
              <a:t>Conceptual</a:t>
            </a:r>
            <a:r>
              <a:rPr lang="fr-FR" dirty="0"/>
              <a:t> Design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8DE75-7897-FB99-483E-798CE903DD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Project made by:</a:t>
            </a:r>
          </a:p>
          <a:p>
            <a:r>
              <a:rPr lang="fr-FR" sz="3100" b="1" dirty="0"/>
              <a:t>Abdelillah Saber</a:t>
            </a:r>
          </a:p>
          <a:p>
            <a:r>
              <a:rPr lang="fr-FR" sz="3100" b="1" dirty="0"/>
              <a:t>Soufiane </a:t>
            </a:r>
            <a:r>
              <a:rPr lang="fr-FR" sz="3100" b="1" dirty="0" err="1"/>
              <a:t>Ouahide</a:t>
            </a:r>
            <a:endParaRPr lang="fr-FR" sz="3100" b="1" dirty="0"/>
          </a:p>
          <a:p>
            <a:r>
              <a:rPr lang="en-US" sz="3100" b="1" dirty="0"/>
              <a:t>Imran </a:t>
            </a:r>
            <a:r>
              <a:rPr lang="en-US" sz="3100" b="1" dirty="0" err="1"/>
              <a:t>Tigami</a:t>
            </a:r>
            <a:endParaRPr lang="en-US" sz="3100" b="1" dirty="0"/>
          </a:p>
          <a:p>
            <a:r>
              <a:rPr lang="en-US" sz="3100" b="1" dirty="0"/>
              <a:t>Oussama Yassine</a:t>
            </a:r>
          </a:p>
        </p:txBody>
      </p:sp>
    </p:spTree>
    <p:extLst>
      <p:ext uri="{BB962C8B-B14F-4D97-AF65-F5344CB8AC3E}">
        <p14:creationId xmlns:p14="http://schemas.microsoft.com/office/powerpoint/2010/main" val="325856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4">
            <a:extLst>
              <a:ext uri="{FF2B5EF4-FFF2-40B4-BE49-F238E27FC236}">
                <a16:creationId xmlns:a16="http://schemas.microsoft.com/office/drawing/2014/main" id="{38D72479-CE27-5BF5-716D-5D67DDC0344E}"/>
              </a:ext>
            </a:extLst>
          </p:cNvPr>
          <p:cNvGrpSpPr/>
          <p:nvPr/>
        </p:nvGrpSpPr>
        <p:grpSpPr>
          <a:xfrm>
            <a:off x="1067604" y="1806450"/>
            <a:ext cx="10657867" cy="6040878"/>
            <a:chOff x="762803" y="434850"/>
            <a:chExt cx="10657867" cy="604087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272FF3D-D64F-44ED-C164-A6F1A0C1066B}"/>
                </a:ext>
              </a:extLst>
            </p:cNvPr>
            <p:cNvSpPr/>
            <p:nvPr/>
          </p:nvSpPr>
          <p:spPr>
            <a:xfrm>
              <a:off x="6873313" y="1287479"/>
              <a:ext cx="14210" cy="426314"/>
            </a:xfrm>
            <a:custGeom>
              <a:avLst/>
              <a:gdLst>
                <a:gd name="csX0" fmla="*/ 1 w 14210"/>
                <a:gd name="csY0" fmla="*/ 1 h 426314"/>
                <a:gd name="csX1" fmla="*/ 1 w 14210"/>
                <a:gd name="csY1" fmla="*/ 284210 h 426314"/>
                <a:gd name="csX2" fmla="*/ 1 w 14210"/>
                <a:gd name="csY2" fmla="*/ 142105 h 426314"/>
                <a:gd name="csX3" fmla="*/ 1 w 14210"/>
                <a:gd name="csY3" fmla="*/ 426315 h 426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210" h="426314">
                  <a:moveTo>
                    <a:pt x="1" y="1"/>
                  </a:moveTo>
                  <a:lnTo>
                    <a:pt x="1" y="284210"/>
                  </a:lnTo>
                  <a:lnTo>
                    <a:pt x="1" y="142105"/>
                  </a:lnTo>
                  <a:lnTo>
                    <a:pt x="1" y="426315"/>
                  </a:lnTo>
                </a:path>
              </a:pathLst>
            </a:custGeom>
            <a:noFill/>
            <a:ln w="141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Graphic 4">
              <a:extLst>
                <a:ext uri="{FF2B5EF4-FFF2-40B4-BE49-F238E27FC236}">
                  <a16:creationId xmlns:a16="http://schemas.microsoft.com/office/drawing/2014/main" id="{CB8C0D40-6DB6-AFD8-B505-ADB1483EE0A6}"/>
                </a:ext>
              </a:extLst>
            </p:cNvPr>
            <p:cNvGrpSpPr/>
            <p:nvPr/>
          </p:nvGrpSpPr>
          <p:grpSpPr>
            <a:xfrm>
              <a:off x="6020684" y="434850"/>
              <a:ext cx="1705258" cy="852629"/>
              <a:chOff x="6020684" y="434850"/>
              <a:chExt cx="1705258" cy="852629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E2E07CC-9914-5AD2-48E9-BE29C77C9813}"/>
                  </a:ext>
                </a:extLst>
              </p:cNvPr>
              <p:cNvSpPr/>
              <p:nvPr/>
            </p:nvSpPr>
            <p:spPr>
              <a:xfrm>
                <a:off x="6020684" y="434850"/>
                <a:ext cx="1705258" cy="852629"/>
              </a:xfrm>
              <a:prstGeom prst="rect">
                <a:avLst/>
              </a:prstGeom>
              <a:solidFill>
                <a:srgbClr val="FFFFFF"/>
              </a:solidFill>
              <a:ln w="1419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51595E-90ED-5C49-1C09-4E641BBA00AB}"/>
                  </a:ext>
                </a:extLst>
              </p:cNvPr>
              <p:cNvSpPr txBox="1"/>
              <p:nvPr/>
            </p:nvSpPr>
            <p:spPr>
              <a:xfrm>
                <a:off x="6501774" y="699440"/>
                <a:ext cx="595035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Person</a:t>
                </a:r>
              </a:p>
            </p:txBody>
          </p:sp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55C8A74-0B8A-5D7B-0B0F-631AD67C0A41}"/>
                </a:ext>
              </a:extLst>
            </p:cNvPr>
            <p:cNvSpPr/>
            <p:nvPr/>
          </p:nvSpPr>
          <p:spPr>
            <a:xfrm>
              <a:off x="6873313" y="2566423"/>
              <a:ext cx="568419" cy="426314"/>
            </a:xfrm>
            <a:custGeom>
              <a:avLst/>
              <a:gdLst>
                <a:gd name="csX0" fmla="*/ 1 w 568419"/>
                <a:gd name="csY0" fmla="*/ 1 h 426314"/>
                <a:gd name="csX1" fmla="*/ 568420 w 568419"/>
                <a:gd name="csY1" fmla="*/ 1 h 426314"/>
                <a:gd name="csX2" fmla="*/ 568420 w 568419"/>
                <a:gd name="csY2" fmla="*/ 426315 h 426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68419" h="426314">
                  <a:moveTo>
                    <a:pt x="1" y="1"/>
                  </a:moveTo>
                  <a:lnTo>
                    <a:pt x="568420" y="1"/>
                  </a:lnTo>
                  <a:lnTo>
                    <a:pt x="568420" y="426315"/>
                  </a:lnTo>
                </a:path>
              </a:pathLst>
            </a:custGeom>
            <a:noFill/>
            <a:ln w="141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92FBA3B-B161-35B2-A5B4-40186A6F749F}"/>
                </a:ext>
              </a:extLst>
            </p:cNvPr>
            <p:cNvSpPr/>
            <p:nvPr/>
          </p:nvSpPr>
          <p:spPr>
            <a:xfrm>
              <a:off x="6304894" y="2566423"/>
              <a:ext cx="568419" cy="426314"/>
            </a:xfrm>
            <a:custGeom>
              <a:avLst/>
              <a:gdLst>
                <a:gd name="csX0" fmla="*/ 568420 w 568419"/>
                <a:gd name="csY0" fmla="*/ 1 h 426314"/>
                <a:gd name="csX1" fmla="*/ 1 w 568419"/>
                <a:gd name="csY1" fmla="*/ 1 h 426314"/>
                <a:gd name="csX2" fmla="*/ 1 w 568419"/>
                <a:gd name="csY2" fmla="*/ 426315 h 426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68419" h="426314">
                  <a:moveTo>
                    <a:pt x="568420" y="1"/>
                  </a:moveTo>
                  <a:lnTo>
                    <a:pt x="1" y="1"/>
                  </a:lnTo>
                  <a:lnTo>
                    <a:pt x="1" y="426315"/>
                  </a:lnTo>
                </a:path>
              </a:pathLst>
            </a:custGeom>
            <a:noFill/>
            <a:ln w="141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" name="Graphic 4">
              <a:extLst>
                <a:ext uri="{FF2B5EF4-FFF2-40B4-BE49-F238E27FC236}">
                  <a16:creationId xmlns:a16="http://schemas.microsoft.com/office/drawing/2014/main" id="{E60CC6B0-16BA-0DB9-EC38-022429A33AAF}"/>
                </a:ext>
              </a:extLst>
            </p:cNvPr>
            <p:cNvGrpSpPr/>
            <p:nvPr/>
          </p:nvGrpSpPr>
          <p:grpSpPr>
            <a:xfrm>
              <a:off x="6304894" y="1713794"/>
              <a:ext cx="1136839" cy="852629"/>
              <a:chOff x="6304894" y="1713794"/>
              <a:chExt cx="1136839" cy="852629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D4BF880-5CB2-A22D-5625-CA851F5E72FB}"/>
                  </a:ext>
                </a:extLst>
              </p:cNvPr>
              <p:cNvSpPr/>
              <p:nvPr/>
            </p:nvSpPr>
            <p:spPr>
              <a:xfrm rot="-5400000">
                <a:off x="6446999" y="1571689"/>
                <a:ext cx="852629" cy="1136839"/>
              </a:xfrm>
              <a:custGeom>
                <a:avLst/>
                <a:gdLst>
                  <a:gd name="csX0" fmla="*/ 0 w 852629"/>
                  <a:gd name="csY0" fmla="*/ 0 h 1136839"/>
                  <a:gd name="csX1" fmla="*/ 852630 w 852629"/>
                  <a:gd name="csY1" fmla="*/ 568420 h 1136839"/>
                  <a:gd name="csX2" fmla="*/ 0 w 852629"/>
                  <a:gd name="csY2" fmla="*/ 1136840 h 1136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852629" h="1136839">
                    <a:moveTo>
                      <a:pt x="0" y="0"/>
                    </a:moveTo>
                    <a:lnTo>
                      <a:pt x="852630" y="568420"/>
                    </a:lnTo>
                    <a:lnTo>
                      <a:pt x="0" y="1136840"/>
                    </a:lnTo>
                    <a:close/>
                  </a:path>
                </a:pathLst>
              </a:custGeom>
              <a:solidFill>
                <a:srgbClr val="FFFFFF"/>
              </a:solidFill>
              <a:ln w="1419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6A3482-1D93-7B23-6090-9D71DDFD04F9}"/>
                  </a:ext>
                </a:extLst>
              </p:cNvPr>
              <p:cNvSpPr txBox="1"/>
              <p:nvPr/>
            </p:nvSpPr>
            <p:spPr>
              <a:xfrm rot="16200000">
                <a:off x="6690995" y="2016451"/>
                <a:ext cx="393056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7558CD8-A6C8-46C5-62A5-05F501A211D8}"/>
                </a:ext>
              </a:extLst>
            </p:cNvPr>
            <p:cNvSpPr/>
            <p:nvPr/>
          </p:nvSpPr>
          <p:spPr>
            <a:xfrm>
              <a:off x="8294362" y="3845367"/>
              <a:ext cx="14210" cy="426314"/>
            </a:xfrm>
            <a:custGeom>
              <a:avLst/>
              <a:gdLst>
                <a:gd name="csX0" fmla="*/ 1 w 14210"/>
                <a:gd name="csY0" fmla="*/ 1 h 426314"/>
                <a:gd name="csX1" fmla="*/ 1 w 14210"/>
                <a:gd name="csY1" fmla="*/ 426315 h 426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210" h="426314">
                  <a:moveTo>
                    <a:pt x="1" y="1"/>
                  </a:moveTo>
                  <a:lnTo>
                    <a:pt x="1" y="426315"/>
                  </a:lnTo>
                </a:path>
              </a:pathLst>
            </a:custGeom>
            <a:noFill/>
            <a:ln w="141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CE7F9-A9D8-C74E-01DB-0BDC99A44BA8}"/>
                </a:ext>
              </a:extLst>
            </p:cNvPr>
            <p:cNvSpPr/>
            <p:nvPr/>
          </p:nvSpPr>
          <p:spPr>
            <a:xfrm>
              <a:off x="9146992" y="2566423"/>
              <a:ext cx="1705258" cy="426314"/>
            </a:xfrm>
            <a:custGeom>
              <a:avLst/>
              <a:gdLst>
                <a:gd name="csX0" fmla="*/ 1 w 1705258"/>
                <a:gd name="csY0" fmla="*/ 426315 h 426314"/>
                <a:gd name="csX1" fmla="*/ 1 w 1705258"/>
                <a:gd name="csY1" fmla="*/ 1 h 426314"/>
                <a:gd name="csX2" fmla="*/ 1705259 w 1705258"/>
                <a:gd name="csY2" fmla="*/ 1 h 426314"/>
                <a:gd name="csX3" fmla="*/ 1705259 w 1705258"/>
                <a:gd name="csY3" fmla="*/ 284210 h 426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5258" h="426314">
                  <a:moveTo>
                    <a:pt x="1" y="426315"/>
                  </a:moveTo>
                  <a:lnTo>
                    <a:pt x="1" y="1"/>
                  </a:lnTo>
                  <a:lnTo>
                    <a:pt x="1705259" y="1"/>
                  </a:lnTo>
                  <a:lnTo>
                    <a:pt x="1705259" y="284210"/>
                  </a:lnTo>
                </a:path>
              </a:pathLst>
            </a:custGeom>
            <a:noFill/>
            <a:ln w="141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" name="Graphic 4">
              <a:extLst>
                <a:ext uri="{FF2B5EF4-FFF2-40B4-BE49-F238E27FC236}">
                  <a16:creationId xmlns:a16="http://schemas.microsoft.com/office/drawing/2014/main" id="{2FE1CEA0-C0F3-94E8-8196-A1334B132260}"/>
                </a:ext>
              </a:extLst>
            </p:cNvPr>
            <p:cNvGrpSpPr/>
            <p:nvPr/>
          </p:nvGrpSpPr>
          <p:grpSpPr>
            <a:xfrm>
              <a:off x="9146992" y="3845367"/>
              <a:ext cx="1769205" cy="426314"/>
              <a:chOff x="9146992" y="3845367"/>
              <a:chExt cx="1769205" cy="426314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1006080-77C9-14AA-1AFC-9798B05E8B5B}"/>
                  </a:ext>
                </a:extLst>
              </p:cNvPr>
              <p:cNvSpPr/>
              <p:nvPr/>
            </p:nvSpPr>
            <p:spPr>
              <a:xfrm>
                <a:off x="9146992" y="3845367"/>
                <a:ext cx="1705258" cy="426314"/>
              </a:xfrm>
              <a:custGeom>
                <a:avLst/>
                <a:gdLst>
                  <a:gd name="csX0" fmla="*/ 1 w 1705258"/>
                  <a:gd name="csY0" fmla="*/ 1 h 426314"/>
                  <a:gd name="csX1" fmla="*/ 1 w 1705258"/>
                  <a:gd name="csY1" fmla="*/ 426315 h 426314"/>
                  <a:gd name="csX2" fmla="*/ 1705259 w 1705258"/>
                  <a:gd name="csY2" fmla="*/ 426315 h 426314"/>
                  <a:gd name="csX3" fmla="*/ 1705259 w 1705258"/>
                  <a:gd name="csY3" fmla="*/ 285631 h 4263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05258" h="426314">
                    <a:moveTo>
                      <a:pt x="1" y="1"/>
                    </a:moveTo>
                    <a:lnTo>
                      <a:pt x="1" y="426315"/>
                    </a:lnTo>
                    <a:lnTo>
                      <a:pt x="1705259" y="426315"/>
                    </a:lnTo>
                    <a:lnTo>
                      <a:pt x="1705259" y="285631"/>
                    </a:lnTo>
                  </a:path>
                </a:pathLst>
              </a:custGeom>
              <a:noFill/>
              <a:ln w="4259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A4CDD65D-D6F7-24F8-B89C-53D7E9BA05F6}"/>
                  </a:ext>
                </a:extLst>
              </p:cNvPr>
              <p:cNvSpPr/>
              <p:nvPr/>
            </p:nvSpPr>
            <p:spPr>
              <a:xfrm>
                <a:off x="10788303" y="4035077"/>
                <a:ext cx="127894" cy="127894"/>
              </a:xfrm>
              <a:custGeom>
                <a:avLst/>
                <a:gdLst>
                  <a:gd name="csX0" fmla="*/ 63948 w 127894"/>
                  <a:gd name="csY0" fmla="*/ 1 h 127894"/>
                  <a:gd name="csX1" fmla="*/ 127895 w 127894"/>
                  <a:gd name="csY1" fmla="*/ 127895 h 127894"/>
                  <a:gd name="csX2" fmla="*/ 63948 w 127894"/>
                  <a:gd name="csY2" fmla="*/ 95921 h 127894"/>
                  <a:gd name="csX3" fmla="*/ 1 w 127894"/>
                  <a:gd name="csY3" fmla="*/ 127895 h 1278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7894" h="127894">
                    <a:moveTo>
                      <a:pt x="63948" y="1"/>
                    </a:moveTo>
                    <a:lnTo>
                      <a:pt x="127895" y="127895"/>
                    </a:lnTo>
                    <a:lnTo>
                      <a:pt x="63948" y="95921"/>
                    </a:lnTo>
                    <a:lnTo>
                      <a:pt x="1" y="127895"/>
                    </a:lnTo>
                    <a:close/>
                  </a:path>
                </a:pathLst>
              </a:custGeom>
              <a:solidFill>
                <a:srgbClr val="000000"/>
              </a:solidFill>
              <a:ln w="4259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B00D4514-6D86-C821-94A3-077A6EDA3A9D}"/>
                </a:ext>
              </a:extLst>
            </p:cNvPr>
            <p:cNvGrpSpPr/>
            <p:nvPr/>
          </p:nvGrpSpPr>
          <p:grpSpPr>
            <a:xfrm>
              <a:off x="7441733" y="2992738"/>
              <a:ext cx="1705258" cy="852629"/>
              <a:chOff x="7441733" y="2992738"/>
              <a:chExt cx="1705258" cy="85262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6045EFD-CEDB-E76F-713D-818C9191319A}"/>
                  </a:ext>
                </a:extLst>
              </p:cNvPr>
              <p:cNvSpPr/>
              <p:nvPr/>
            </p:nvSpPr>
            <p:spPr>
              <a:xfrm>
                <a:off x="7441733" y="2992738"/>
                <a:ext cx="1705258" cy="852629"/>
              </a:xfrm>
              <a:prstGeom prst="rect">
                <a:avLst/>
              </a:prstGeom>
              <a:solidFill>
                <a:srgbClr val="FFFFFF"/>
              </a:solidFill>
              <a:ln w="1419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D001D7-2E28-FA8F-9263-5A29912458F8}"/>
                  </a:ext>
                </a:extLst>
              </p:cNvPr>
              <p:cNvSpPr txBox="1"/>
              <p:nvPr/>
            </p:nvSpPr>
            <p:spPr>
              <a:xfrm>
                <a:off x="7813830" y="3257328"/>
                <a:ext cx="760144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070F87F-B8F1-318B-5670-25014FE7796D}"/>
                </a:ext>
              </a:extLst>
            </p:cNvPr>
            <p:cNvSpPr/>
            <p:nvPr/>
          </p:nvSpPr>
          <p:spPr>
            <a:xfrm>
              <a:off x="4031215" y="3419052"/>
              <a:ext cx="568419" cy="14210"/>
            </a:xfrm>
            <a:custGeom>
              <a:avLst/>
              <a:gdLst>
                <a:gd name="csX0" fmla="*/ 568420 w 568419"/>
                <a:gd name="csY0" fmla="*/ 1 h 14210"/>
                <a:gd name="csX1" fmla="*/ 1 w 568419"/>
                <a:gd name="csY1" fmla="*/ 1 h 142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68419" h="14210">
                  <a:moveTo>
                    <a:pt x="568420" y="1"/>
                  </a:moveTo>
                  <a:lnTo>
                    <a:pt x="1" y="1"/>
                  </a:lnTo>
                </a:path>
              </a:pathLst>
            </a:custGeom>
            <a:noFill/>
            <a:ln w="141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1152CE9-BD3D-3D96-7F37-79B42A199409}"/>
                </a:ext>
              </a:extLst>
            </p:cNvPr>
            <p:cNvSpPr/>
            <p:nvPr/>
          </p:nvSpPr>
          <p:spPr>
            <a:xfrm>
              <a:off x="4599635" y="3845367"/>
              <a:ext cx="14210" cy="568419"/>
            </a:xfrm>
            <a:custGeom>
              <a:avLst/>
              <a:gdLst>
                <a:gd name="csX0" fmla="*/ 1 w 14210"/>
                <a:gd name="csY0" fmla="*/ 1 h 568419"/>
                <a:gd name="csX1" fmla="*/ 1 w 14210"/>
                <a:gd name="csY1" fmla="*/ 568420 h 5684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210" h="568419">
                  <a:moveTo>
                    <a:pt x="1" y="1"/>
                  </a:moveTo>
                  <a:lnTo>
                    <a:pt x="1" y="568420"/>
                  </a:lnTo>
                </a:path>
              </a:pathLst>
            </a:custGeom>
            <a:noFill/>
            <a:ln w="4259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759C7EE-3CBD-A4C0-4A17-45F721BB9FDA}"/>
                </a:ext>
              </a:extLst>
            </p:cNvPr>
            <p:cNvSpPr/>
            <p:nvPr/>
          </p:nvSpPr>
          <p:spPr>
            <a:xfrm>
              <a:off x="4031215" y="3419052"/>
              <a:ext cx="568419" cy="14210"/>
            </a:xfrm>
            <a:custGeom>
              <a:avLst/>
              <a:gdLst>
                <a:gd name="csX0" fmla="*/ 568420 w 568419"/>
                <a:gd name="csY0" fmla="*/ 1 h 14210"/>
                <a:gd name="csX1" fmla="*/ 1 w 568419"/>
                <a:gd name="csY1" fmla="*/ 1 h 142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68419" h="14210">
                  <a:moveTo>
                    <a:pt x="568420" y="1"/>
                  </a:moveTo>
                  <a:lnTo>
                    <a:pt x="1" y="1"/>
                  </a:lnTo>
                </a:path>
              </a:pathLst>
            </a:custGeom>
            <a:noFill/>
            <a:ln w="4259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" name="Graphic 4">
              <a:extLst>
                <a:ext uri="{FF2B5EF4-FFF2-40B4-BE49-F238E27FC236}">
                  <a16:creationId xmlns:a16="http://schemas.microsoft.com/office/drawing/2014/main" id="{948CAA64-0812-40FA-B9DB-E29BE17B1C5E}"/>
                </a:ext>
              </a:extLst>
            </p:cNvPr>
            <p:cNvGrpSpPr/>
            <p:nvPr/>
          </p:nvGrpSpPr>
          <p:grpSpPr>
            <a:xfrm>
              <a:off x="4599635" y="2992738"/>
              <a:ext cx="1705258" cy="852629"/>
              <a:chOff x="4599635" y="2992738"/>
              <a:chExt cx="1705258" cy="852629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036D5B0-8CE1-85CF-9F9E-53F25DCCDC01}"/>
                  </a:ext>
                </a:extLst>
              </p:cNvPr>
              <p:cNvSpPr/>
              <p:nvPr/>
            </p:nvSpPr>
            <p:spPr>
              <a:xfrm>
                <a:off x="4599635" y="2992738"/>
                <a:ext cx="1705258" cy="852629"/>
              </a:xfrm>
              <a:prstGeom prst="rect">
                <a:avLst/>
              </a:prstGeom>
              <a:solidFill>
                <a:srgbClr val="FFFFFF"/>
              </a:solidFill>
              <a:ln w="1419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33A84B0-DD1A-853D-DD3C-8DB9E54670D9}"/>
                  </a:ext>
                </a:extLst>
              </p:cNvPr>
              <p:cNvSpPr txBox="1"/>
              <p:nvPr/>
            </p:nvSpPr>
            <p:spPr>
              <a:xfrm>
                <a:off x="5056953" y="3257328"/>
                <a:ext cx="630301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Student</a:t>
                </a:r>
              </a:p>
            </p:txBody>
          </p:sp>
        </p:grp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E9F2144-BDA8-D056-8214-9C9434931FCD}"/>
                </a:ext>
              </a:extLst>
            </p:cNvPr>
            <p:cNvSpPr/>
            <p:nvPr/>
          </p:nvSpPr>
          <p:spPr>
            <a:xfrm>
              <a:off x="7725943" y="5124311"/>
              <a:ext cx="284209" cy="426314"/>
            </a:xfrm>
            <a:custGeom>
              <a:avLst/>
              <a:gdLst>
                <a:gd name="csX0" fmla="*/ 284210 w 284209"/>
                <a:gd name="csY0" fmla="*/ 1 h 426314"/>
                <a:gd name="csX1" fmla="*/ 1 w 284209"/>
                <a:gd name="csY1" fmla="*/ 1 h 426314"/>
                <a:gd name="csX2" fmla="*/ 1 w 284209"/>
                <a:gd name="csY2" fmla="*/ 426315 h 426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4209" h="426314">
                  <a:moveTo>
                    <a:pt x="284210" y="1"/>
                  </a:moveTo>
                  <a:lnTo>
                    <a:pt x="1" y="1"/>
                  </a:lnTo>
                  <a:lnTo>
                    <a:pt x="1" y="426315"/>
                  </a:lnTo>
                </a:path>
              </a:pathLst>
            </a:custGeom>
            <a:noFill/>
            <a:ln w="141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4" name="Graphic 4">
              <a:extLst>
                <a:ext uri="{FF2B5EF4-FFF2-40B4-BE49-F238E27FC236}">
                  <a16:creationId xmlns:a16="http://schemas.microsoft.com/office/drawing/2014/main" id="{E91CB6BB-9548-5287-6702-3397B63D9A7A}"/>
                </a:ext>
              </a:extLst>
            </p:cNvPr>
            <p:cNvGrpSpPr/>
            <p:nvPr/>
          </p:nvGrpSpPr>
          <p:grpSpPr>
            <a:xfrm>
              <a:off x="7725942" y="4271681"/>
              <a:ext cx="1136839" cy="852629"/>
              <a:chOff x="7725942" y="4271681"/>
              <a:chExt cx="1136839" cy="852629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4515E42-232C-D954-3123-0574671A1C7D}"/>
                  </a:ext>
                </a:extLst>
              </p:cNvPr>
              <p:cNvSpPr/>
              <p:nvPr/>
            </p:nvSpPr>
            <p:spPr>
              <a:xfrm rot="-5400000">
                <a:off x="7868047" y="4129576"/>
                <a:ext cx="852629" cy="1136839"/>
              </a:xfrm>
              <a:custGeom>
                <a:avLst/>
                <a:gdLst>
                  <a:gd name="csX0" fmla="*/ 0 w 852629"/>
                  <a:gd name="csY0" fmla="*/ 1 h 1136839"/>
                  <a:gd name="csX1" fmla="*/ 852630 w 852629"/>
                  <a:gd name="csY1" fmla="*/ 568420 h 1136839"/>
                  <a:gd name="csX2" fmla="*/ 0 w 852629"/>
                  <a:gd name="csY2" fmla="*/ 1136840 h 1136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852629" h="1136839">
                    <a:moveTo>
                      <a:pt x="0" y="1"/>
                    </a:moveTo>
                    <a:lnTo>
                      <a:pt x="852630" y="568420"/>
                    </a:lnTo>
                    <a:lnTo>
                      <a:pt x="0" y="1136840"/>
                    </a:lnTo>
                    <a:close/>
                  </a:path>
                </a:pathLst>
              </a:custGeom>
              <a:solidFill>
                <a:srgbClr val="FFFFFF"/>
              </a:solidFill>
              <a:ln w="1419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FFEB7AA-0602-ED39-8225-8F757881F067}"/>
                  </a:ext>
                </a:extLst>
              </p:cNvPr>
              <p:cNvSpPr txBox="1"/>
              <p:nvPr/>
            </p:nvSpPr>
            <p:spPr>
              <a:xfrm rot="16200000">
                <a:off x="8112044" y="4585126"/>
                <a:ext cx="393056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F1983D9-3B3F-0F12-3548-35B1D5889DBA}"/>
                </a:ext>
              </a:extLst>
            </p:cNvPr>
            <p:cNvSpPr/>
            <p:nvPr/>
          </p:nvSpPr>
          <p:spPr>
            <a:xfrm>
              <a:off x="2468062" y="3419052"/>
              <a:ext cx="426314" cy="14210"/>
            </a:xfrm>
            <a:custGeom>
              <a:avLst/>
              <a:gdLst>
                <a:gd name="csX0" fmla="*/ 426315 w 426314"/>
                <a:gd name="csY0" fmla="*/ 1 h 14210"/>
                <a:gd name="csX1" fmla="*/ 1 w 426314"/>
                <a:gd name="csY1" fmla="*/ 1 h 142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6314" h="14210">
                  <a:moveTo>
                    <a:pt x="426315" y="1"/>
                  </a:moveTo>
                  <a:lnTo>
                    <a:pt x="1" y="1"/>
                  </a:lnTo>
                </a:path>
              </a:pathLst>
            </a:custGeom>
            <a:noFill/>
            <a:ln w="141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" name="Graphic 4">
              <a:extLst>
                <a:ext uri="{FF2B5EF4-FFF2-40B4-BE49-F238E27FC236}">
                  <a16:creationId xmlns:a16="http://schemas.microsoft.com/office/drawing/2014/main" id="{BED05392-7E9F-3E99-CFF6-335598E0EAB1}"/>
                </a:ext>
              </a:extLst>
            </p:cNvPr>
            <p:cNvGrpSpPr/>
            <p:nvPr/>
          </p:nvGrpSpPr>
          <p:grpSpPr>
            <a:xfrm>
              <a:off x="2894376" y="2850633"/>
              <a:ext cx="1136839" cy="1136839"/>
              <a:chOff x="2894376" y="2850633"/>
              <a:chExt cx="1136839" cy="1136839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97953271-1719-8F84-C805-BB7234DF79CA}"/>
                  </a:ext>
                </a:extLst>
              </p:cNvPr>
              <p:cNvSpPr/>
              <p:nvPr/>
            </p:nvSpPr>
            <p:spPr>
              <a:xfrm>
                <a:off x="2894376" y="2850633"/>
                <a:ext cx="1136839" cy="1136839"/>
              </a:xfrm>
              <a:custGeom>
                <a:avLst/>
                <a:gdLst>
                  <a:gd name="csX0" fmla="*/ 568420 w 1136839"/>
                  <a:gd name="csY0" fmla="*/ 1 h 1136839"/>
                  <a:gd name="csX1" fmla="*/ 1136840 w 1136839"/>
                  <a:gd name="csY1" fmla="*/ 568420 h 1136839"/>
                  <a:gd name="csX2" fmla="*/ 568420 w 1136839"/>
                  <a:gd name="csY2" fmla="*/ 1136840 h 1136839"/>
                  <a:gd name="csX3" fmla="*/ 1 w 1136839"/>
                  <a:gd name="csY3" fmla="*/ 568420 h 1136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36839" h="1136839">
                    <a:moveTo>
                      <a:pt x="568420" y="1"/>
                    </a:moveTo>
                    <a:lnTo>
                      <a:pt x="1136840" y="568420"/>
                    </a:lnTo>
                    <a:lnTo>
                      <a:pt x="568420" y="1136840"/>
                    </a:lnTo>
                    <a:lnTo>
                      <a:pt x="1" y="568420"/>
                    </a:lnTo>
                    <a:close/>
                  </a:path>
                </a:pathLst>
              </a:custGeom>
              <a:solidFill>
                <a:srgbClr val="FFFFFF"/>
              </a:solidFill>
              <a:ln w="1419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A0F35E6-AED9-9191-3C3A-8411C0B92EBC}"/>
                  </a:ext>
                </a:extLst>
              </p:cNvPr>
              <p:cNvSpPr txBox="1"/>
              <p:nvPr/>
            </p:nvSpPr>
            <p:spPr>
              <a:xfrm>
                <a:off x="3194541" y="3292287"/>
                <a:ext cx="660758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Enrolled</a:t>
                </a:r>
              </a:p>
            </p:txBody>
          </p:sp>
        </p:grpSp>
        <p:grpSp>
          <p:nvGrpSpPr>
            <p:cNvPr id="41" name="Graphic 4">
              <a:extLst>
                <a:ext uri="{FF2B5EF4-FFF2-40B4-BE49-F238E27FC236}">
                  <a16:creationId xmlns:a16="http://schemas.microsoft.com/office/drawing/2014/main" id="{DE8E49D9-42FA-2826-11EE-3125B39D561B}"/>
                </a:ext>
              </a:extLst>
            </p:cNvPr>
            <p:cNvGrpSpPr/>
            <p:nvPr/>
          </p:nvGrpSpPr>
          <p:grpSpPr>
            <a:xfrm>
              <a:off x="762803" y="2992738"/>
              <a:ext cx="1705258" cy="852629"/>
              <a:chOff x="762803" y="2992738"/>
              <a:chExt cx="1705258" cy="852629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BEEDD9F-22F8-4B9F-34CF-5696438F5D0A}"/>
                  </a:ext>
                </a:extLst>
              </p:cNvPr>
              <p:cNvSpPr/>
              <p:nvPr/>
            </p:nvSpPr>
            <p:spPr>
              <a:xfrm>
                <a:off x="762803" y="2992738"/>
                <a:ext cx="1705258" cy="852629"/>
              </a:xfrm>
              <a:prstGeom prst="rect">
                <a:avLst/>
              </a:prstGeom>
              <a:solidFill>
                <a:srgbClr val="FFFFFF"/>
              </a:solidFill>
              <a:ln w="1419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4781F5E-F33B-169A-0036-861CA004FB6A}"/>
                  </a:ext>
                </a:extLst>
              </p:cNvPr>
              <p:cNvSpPr txBox="1"/>
              <p:nvPr/>
            </p:nvSpPr>
            <p:spPr>
              <a:xfrm>
                <a:off x="902421" y="3292287"/>
                <a:ext cx="1284326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Program</a:t>
                </a:r>
              </a:p>
            </p:txBody>
          </p:sp>
        </p:grpSp>
        <p:grpSp>
          <p:nvGrpSpPr>
            <p:cNvPr id="44" name="Graphic 4">
              <a:extLst>
                <a:ext uri="{FF2B5EF4-FFF2-40B4-BE49-F238E27FC236}">
                  <a16:creationId xmlns:a16="http://schemas.microsoft.com/office/drawing/2014/main" id="{229EE0D0-DC0F-260C-4C4F-60193979691C}"/>
                </a:ext>
              </a:extLst>
            </p:cNvPr>
            <p:cNvGrpSpPr/>
            <p:nvPr/>
          </p:nvGrpSpPr>
          <p:grpSpPr>
            <a:xfrm>
              <a:off x="6020684" y="5550625"/>
              <a:ext cx="1705258" cy="852629"/>
              <a:chOff x="6020684" y="5550625"/>
              <a:chExt cx="1705258" cy="852629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BAA8BD8-55A7-1EA6-1EF4-F7440E6ADA96}"/>
                  </a:ext>
                </a:extLst>
              </p:cNvPr>
              <p:cNvSpPr/>
              <p:nvPr/>
            </p:nvSpPr>
            <p:spPr>
              <a:xfrm>
                <a:off x="6020684" y="5550625"/>
                <a:ext cx="1705258" cy="852629"/>
              </a:xfrm>
              <a:prstGeom prst="rect">
                <a:avLst/>
              </a:prstGeom>
              <a:solidFill>
                <a:srgbClr val="FFFFFF"/>
              </a:solidFill>
              <a:ln w="1419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F7CA75F-74AB-9379-50E9-271B2EEEDC7A}"/>
                  </a:ext>
                </a:extLst>
              </p:cNvPr>
              <p:cNvSpPr txBox="1"/>
              <p:nvPr/>
            </p:nvSpPr>
            <p:spPr>
              <a:xfrm>
                <a:off x="6180757" y="5847444"/>
                <a:ext cx="1362874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Employee</a:t>
                </a:r>
              </a:p>
            </p:txBody>
          </p:sp>
        </p:grpSp>
        <p:grpSp>
          <p:nvGrpSpPr>
            <p:cNvPr id="47" name="Graphic 4">
              <a:extLst>
                <a:ext uri="{FF2B5EF4-FFF2-40B4-BE49-F238E27FC236}">
                  <a16:creationId xmlns:a16="http://schemas.microsoft.com/office/drawing/2014/main" id="{0C1C8F60-7059-7FA7-EEB1-47F57F7528F9}"/>
                </a:ext>
              </a:extLst>
            </p:cNvPr>
            <p:cNvGrpSpPr/>
            <p:nvPr/>
          </p:nvGrpSpPr>
          <p:grpSpPr>
            <a:xfrm>
              <a:off x="8897171" y="5623099"/>
              <a:ext cx="1705258" cy="852629"/>
              <a:chOff x="8897171" y="5623099"/>
              <a:chExt cx="1705258" cy="852629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5072FBA-0003-2DC5-6782-B9243EFF8DDD}"/>
                  </a:ext>
                </a:extLst>
              </p:cNvPr>
              <p:cNvSpPr/>
              <p:nvPr/>
            </p:nvSpPr>
            <p:spPr>
              <a:xfrm>
                <a:off x="8897171" y="5623099"/>
                <a:ext cx="1705258" cy="852629"/>
              </a:xfrm>
              <a:prstGeom prst="rect">
                <a:avLst/>
              </a:prstGeom>
              <a:solidFill>
                <a:srgbClr val="FFFFFF"/>
              </a:solidFill>
              <a:ln w="1419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1C292BB-203F-ACDE-A8F7-A3B9EDAB14D1}"/>
                  </a:ext>
                </a:extLst>
              </p:cNvPr>
              <p:cNvSpPr txBox="1"/>
              <p:nvPr/>
            </p:nvSpPr>
            <p:spPr>
              <a:xfrm>
                <a:off x="9276091" y="5781709"/>
                <a:ext cx="1032655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Non-Academic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452EBF6-8E1D-9763-36D4-AE8A72E17FFA}"/>
                  </a:ext>
                </a:extLst>
              </p:cNvPr>
              <p:cNvSpPr txBox="1"/>
              <p:nvPr/>
            </p:nvSpPr>
            <p:spPr>
              <a:xfrm>
                <a:off x="9342661" y="5932361"/>
                <a:ext cx="760144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C68E09D-38B6-199A-48BD-6D59CD639CFF}"/>
                </a:ext>
              </a:extLst>
            </p:cNvPr>
            <p:cNvSpPr/>
            <p:nvPr/>
          </p:nvSpPr>
          <p:spPr>
            <a:xfrm>
              <a:off x="8578572" y="5124311"/>
              <a:ext cx="318598" cy="498788"/>
            </a:xfrm>
            <a:custGeom>
              <a:avLst/>
              <a:gdLst>
                <a:gd name="csX0" fmla="*/ 1 w 318598"/>
                <a:gd name="csY0" fmla="*/ 1 h 498788"/>
                <a:gd name="csX1" fmla="*/ 318599 w 318598"/>
                <a:gd name="csY1" fmla="*/ 1 h 498788"/>
                <a:gd name="csX2" fmla="*/ 318315 w 318598"/>
                <a:gd name="csY2" fmla="*/ 498789 h 498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18598" h="498788">
                  <a:moveTo>
                    <a:pt x="1" y="1"/>
                  </a:moveTo>
                  <a:lnTo>
                    <a:pt x="318599" y="1"/>
                  </a:lnTo>
                  <a:lnTo>
                    <a:pt x="318315" y="498789"/>
                  </a:lnTo>
                </a:path>
              </a:pathLst>
            </a:custGeom>
            <a:noFill/>
            <a:ln w="141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2" name="Graphic 4">
              <a:extLst>
                <a:ext uri="{FF2B5EF4-FFF2-40B4-BE49-F238E27FC236}">
                  <a16:creationId xmlns:a16="http://schemas.microsoft.com/office/drawing/2014/main" id="{AD6D3F0C-D827-7263-CFF0-1A18F819B894}"/>
                </a:ext>
              </a:extLst>
            </p:cNvPr>
            <p:cNvGrpSpPr/>
            <p:nvPr/>
          </p:nvGrpSpPr>
          <p:grpSpPr>
            <a:xfrm>
              <a:off x="10283831" y="2850633"/>
              <a:ext cx="1136839" cy="1136839"/>
              <a:chOff x="10283831" y="2850633"/>
              <a:chExt cx="1136839" cy="1136839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A8BF67C-05C9-8106-F256-5CDD01D9A449}"/>
                  </a:ext>
                </a:extLst>
              </p:cNvPr>
              <p:cNvSpPr/>
              <p:nvPr/>
            </p:nvSpPr>
            <p:spPr>
              <a:xfrm>
                <a:off x="10283831" y="2850633"/>
                <a:ext cx="1136839" cy="1136839"/>
              </a:xfrm>
              <a:custGeom>
                <a:avLst/>
                <a:gdLst>
                  <a:gd name="csX0" fmla="*/ 568420 w 1136839"/>
                  <a:gd name="csY0" fmla="*/ 1 h 1136839"/>
                  <a:gd name="csX1" fmla="*/ 1136840 w 1136839"/>
                  <a:gd name="csY1" fmla="*/ 568420 h 1136839"/>
                  <a:gd name="csX2" fmla="*/ 568420 w 1136839"/>
                  <a:gd name="csY2" fmla="*/ 1136840 h 1136839"/>
                  <a:gd name="csX3" fmla="*/ 1 w 1136839"/>
                  <a:gd name="csY3" fmla="*/ 568420 h 1136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36839" h="1136839">
                    <a:moveTo>
                      <a:pt x="568420" y="1"/>
                    </a:moveTo>
                    <a:lnTo>
                      <a:pt x="1136840" y="568420"/>
                    </a:lnTo>
                    <a:lnTo>
                      <a:pt x="568420" y="1136840"/>
                    </a:lnTo>
                    <a:lnTo>
                      <a:pt x="1" y="568420"/>
                    </a:lnTo>
                    <a:close/>
                  </a:path>
                </a:pathLst>
              </a:custGeom>
              <a:solidFill>
                <a:srgbClr val="FFFFFF"/>
              </a:solidFill>
              <a:ln w="1419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CA9A746-09B9-CC25-771D-46B904A420C1}"/>
                  </a:ext>
                </a:extLst>
              </p:cNvPr>
              <p:cNvSpPr txBox="1"/>
              <p:nvPr/>
            </p:nvSpPr>
            <p:spPr>
              <a:xfrm>
                <a:off x="10460963" y="3321236"/>
                <a:ext cx="822661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Reports To</a:t>
                </a:r>
              </a:p>
            </p:txBody>
          </p:sp>
        </p:grp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4D7011-2607-5BFF-2BCD-E62648953757}"/>
                </a:ext>
              </a:extLst>
            </p:cNvPr>
            <p:cNvSpPr/>
            <p:nvPr/>
          </p:nvSpPr>
          <p:spPr>
            <a:xfrm>
              <a:off x="4599635" y="5550625"/>
              <a:ext cx="1421048" cy="426314"/>
            </a:xfrm>
            <a:custGeom>
              <a:avLst/>
              <a:gdLst>
                <a:gd name="csX0" fmla="*/ 1 w 1421048"/>
                <a:gd name="csY0" fmla="*/ 1 h 426314"/>
                <a:gd name="csX1" fmla="*/ 1 w 1421048"/>
                <a:gd name="csY1" fmla="*/ 426315 h 426314"/>
                <a:gd name="csX2" fmla="*/ 1421049 w 1421048"/>
                <a:gd name="csY2" fmla="*/ 426315 h 426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21048" h="426314">
                  <a:moveTo>
                    <a:pt x="1" y="1"/>
                  </a:moveTo>
                  <a:lnTo>
                    <a:pt x="1" y="426315"/>
                  </a:lnTo>
                  <a:lnTo>
                    <a:pt x="1421049" y="426315"/>
                  </a:lnTo>
                </a:path>
              </a:pathLst>
            </a:custGeom>
            <a:noFill/>
            <a:ln w="141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" name="Graphic 4">
              <a:extLst>
                <a:ext uri="{FF2B5EF4-FFF2-40B4-BE49-F238E27FC236}">
                  <a16:creationId xmlns:a16="http://schemas.microsoft.com/office/drawing/2014/main" id="{984BE2C2-0A79-D0F9-E725-27E48AFF7E71}"/>
                </a:ext>
              </a:extLst>
            </p:cNvPr>
            <p:cNvGrpSpPr/>
            <p:nvPr/>
          </p:nvGrpSpPr>
          <p:grpSpPr>
            <a:xfrm>
              <a:off x="4031215" y="4413786"/>
              <a:ext cx="1136839" cy="1136839"/>
              <a:chOff x="4031215" y="4413786"/>
              <a:chExt cx="1136839" cy="1136839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812A430-A6BB-35BC-B1B2-9D7C3FA3077A}"/>
                  </a:ext>
                </a:extLst>
              </p:cNvPr>
              <p:cNvSpPr/>
              <p:nvPr/>
            </p:nvSpPr>
            <p:spPr>
              <a:xfrm>
                <a:off x="4031215" y="4413786"/>
                <a:ext cx="1136839" cy="1136839"/>
              </a:xfrm>
              <a:custGeom>
                <a:avLst/>
                <a:gdLst>
                  <a:gd name="csX0" fmla="*/ 568420 w 1136839"/>
                  <a:gd name="csY0" fmla="*/ 1 h 1136839"/>
                  <a:gd name="csX1" fmla="*/ 1136840 w 1136839"/>
                  <a:gd name="csY1" fmla="*/ 568420 h 1136839"/>
                  <a:gd name="csX2" fmla="*/ 568420 w 1136839"/>
                  <a:gd name="csY2" fmla="*/ 1136840 h 1136839"/>
                  <a:gd name="csX3" fmla="*/ 1 w 1136839"/>
                  <a:gd name="csY3" fmla="*/ 568420 h 1136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36839" h="1136839">
                    <a:moveTo>
                      <a:pt x="568420" y="1"/>
                    </a:moveTo>
                    <a:lnTo>
                      <a:pt x="1136840" y="568420"/>
                    </a:lnTo>
                    <a:lnTo>
                      <a:pt x="568420" y="1136840"/>
                    </a:lnTo>
                    <a:lnTo>
                      <a:pt x="1" y="568420"/>
                    </a:lnTo>
                    <a:close/>
                  </a:path>
                </a:pathLst>
              </a:custGeom>
              <a:solidFill>
                <a:srgbClr val="FFFFFF"/>
              </a:solidFill>
              <a:ln w="1419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0364D9-4B2B-672E-BD12-B7C20EF97F6C}"/>
                  </a:ext>
                </a:extLst>
              </p:cNvPr>
              <p:cNvSpPr txBox="1"/>
              <p:nvPr/>
            </p:nvSpPr>
            <p:spPr>
              <a:xfrm>
                <a:off x="4149241" y="4855296"/>
                <a:ext cx="832279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Supervised</a:t>
                </a:r>
              </a:p>
            </p:txBody>
          </p:sp>
        </p:grpSp>
        <p:grpSp>
          <p:nvGrpSpPr>
            <p:cNvPr id="59" name="Graphic 4">
              <a:extLst>
                <a:ext uri="{FF2B5EF4-FFF2-40B4-BE49-F238E27FC236}">
                  <a16:creationId xmlns:a16="http://schemas.microsoft.com/office/drawing/2014/main" id="{1E443168-8F37-3F10-B2B8-EC1A1F15747C}"/>
                </a:ext>
              </a:extLst>
            </p:cNvPr>
            <p:cNvGrpSpPr/>
            <p:nvPr/>
          </p:nvGrpSpPr>
          <p:grpSpPr>
            <a:xfrm>
              <a:off x="9424096" y="2133003"/>
              <a:ext cx="1136839" cy="426314"/>
              <a:chOff x="9424096" y="2133003"/>
              <a:chExt cx="1136839" cy="426314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35217C4-58A2-7060-83BE-F506DB0A4EE2}"/>
                  </a:ext>
                </a:extLst>
              </p:cNvPr>
              <p:cNvSpPr/>
              <p:nvPr/>
            </p:nvSpPr>
            <p:spPr>
              <a:xfrm>
                <a:off x="9424096" y="2133003"/>
                <a:ext cx="1136839" cy="426314"/>
              </a:xfrm>
              <a:prstGeom prst="rect">
                <a:avLst/>
              </a:prstGeom>
              <a:noFill/>
              <a:ln w="141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65C9239-F1B5-418B-676A-BA0317A7A3F4}"/>
                  </a:ext>
                </a:extLst>
              </p:cNvPr>
              <p:cNvSpPr txBox="1"/>
              <p:nvPr/>
            </p:nvSpPr>
            <p:spPr>
              <a:xfrm>
                <a:off x="9490695" y="2191541"/>
                <a:ext cx="803425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Supervisor</a:t>
                </a:r>
              </a:p>
            </p:txBody>
          </p:sp>
        </p:grpSp>
        <p:grpSp>
          <p:nvGrpSpPr>
            <p:cNvPr id="62" name="Graphic 4">
              <a:extLst>
                <a:ext uri="{FF2B5EF4-FFF2-40B4-BE49-F238E27FC236}">
                  <a16:creationId xmlns:a16="http://schemas.microsoft.com/office/drawing/2014/main" id="{C94216D5-4293-D03F-7137-4214073B67E0}"/>
                </a:ext>
              </a:extLst>
            </p:cNvPr>
            <p:cNvGrpSpPr/>
            <p:nvPr/>
          </p:nvGrpSpPr>
          <p:grpSpPr>
            <a:xfrm>
              <a:off x="9424096" y="4264576"/>
              <a:ext cx="1136839" cy="426314"/>
              <a:chOff x="9424096" y="4264576"/>
              <a:chExt cx="1136839" cy="426314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875609B-42A7-85A3-7E9B-C970F6785D0F}"/>
                  </a:ext>
                </a:extLst>
              </p:cNvPr>
              <p:cNvSpPr/>
              <p:nvPr/>
            </p:nvSpPr>
            <p:spPr>
              <a:xfrm>
                <a:off x="9424096" y="4264576"/>
                <a:ext cx="1136839" cy="426314"/>
              </a:xfrm>
              <a:prstGeom prst="rect">
                <a:avLst/>
              </a:prstGeom>
              <a:noFill/>
              <a:ln w="141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20E6726-53A5-E282-830D-0EB5006B9DE1}"/>
                  </a:ext>
                </a:extLst>
              </p:cNvPr>
              <p:cNvSpPr txBox="1"/>
              <p:nvPr/>
            </p:nvSpPr>
            <p:spPr>
              <a:xfrm>
                <a:off x="9471669" y="4323115"/>
                <a:ext cx="832279" cy="24731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7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5317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4">
            <a:extLst>
              <a:ext uri="{FF2B5EF4-FFF2-40B4-BE49-F238E27FC236}">
                <a16:creationId xmlns:a16="http://schemas.microsoft.com/office/drawing/2014/main" id="{89C4BAA0-C839-2CC5-3D87-B5A64A3E62F4}"/>
              </a:ext>
            </a:extLst>
          </p:cNvPr>
          <p:cNvGrpSpPr/>
          <p:nvPr/>
        </p:nvGrpSpPr>
        <p:grpSpPr>
          <a:xfrm>
            <a:off x="2114550" y="1672410"/>
            <a:ext cx="8572500" cy="6210977"/>
            <a:chOff x="1804987" y="323849"/>
            <a:chExt cx="8572500" cy="621097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F404853-EC82-DD08-7307-E94C2641AEDD}"/>
                </a:ext>
              </a:extLst>
            </p:cNvPr>
            <p:cNvSpPr/>
            <p:nvPr/>
          </p:nvSpPr>
          <p:spPr>
            <a:xfrm>
              <a:off x="7329487" y="3086099"/>
              <a:ext cx="9525" cy="285750"/>
            </a:xfrm>
            <a:custGeom>
              <a:avLst/>
              <a:gdLst>
                <a:gd name="csX0" fmla="*/ 1 w 9525"/>
                <a:gd name="csY0" fmla="*/ 1 h 285750"/>
                <a:gd name="csX1" fmla="*/ 1 w 9525"/>
                <a:gd name="csY1" fmla="*/ 190501 h 285750"/>
                <a:gd name="csX2" fmla="*/ 1 w 9525"/>
                <a:gd name="csY2" fmla="*/ 95251 h 285750"/>
                <a:gd name="csX3" fmla="*/ 1 w 9525"/>
                <a:gd name="csY3" fmla="*/ 28575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525" h="285750">
                  <a:moveTo>
                    <a:pt x="1" y="1"/>
                  </a:moveTo>
                  <a:lnTo>
                    <a:pt x="1" y="190501"/>
                  </a:lnTo>
                  <a:lnTo>
                    <a:pt x="1" y="95251"/>
                  </a:lnTo>
                  <a:lnTo>
                    <a:pt x="1" y="2857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F19EF9BF-F075-4DEC-2AC6-1BCC624024FE}"/>
                </a:ext>
              </a:extLst>
            </p:cNvPr>
            <p:cNvGrpSpPr/>
            <p:nvPr/>
          </p:nvGrpSpPr>
          <p:grpSpPr>
            <a:xfrm>
              <a:off x="6757987" y="2514599"/>
              <a:ext cx="1143000" cy="571500"/>
              <a:chOff x="6757987" y="2514599"/>
              <a:chExt cx="1143000" cy="5715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E12D925-0433-A98E-7327-65EAD1409B08}"/>
                  </a:ext>
                </a:extLst>
              </p:cNvPr>
              <p:cNvSpPr/>
              <p:nvPr/>
            </p:nvSpPr>
            <p:spPr>
              <a:xfrm>
                <a:off x="6757987" y="2514599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CD342B-2894-7D65-7590-2ADCE4448FAB}"/>
                  </a:ext>
                </a:extLst>
              </p:cNvPr>
              <p:cNvSpPr txBox="1"/>
              <p:nvPr/>
            </p:nvSpPr>
            <p:spPr>
              <a:xfrm>
                <a:off x="7052207" y="2684494"/>
                <a:ext cx="55015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Person</a:t>
                </a:r>
              </a:p>
            </p:txBody>
          </p: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0BCF2DC-1C1B-3A8B-01EE-BE94D99FE66A}"/>
                </a:ext>
              </a:extLst>
            </p:cNvPr>
            <p:cNvSpPr/>
            <p:nvPr/>
          </p:nvSpPr>
          <p:spPr>
            <a:xfrm>
              <a:off x="7329487" y="3943349"/>
              <a:ext cx="381000" cy="285750"/>
            </a:xfrm>
            <a:custGeom>
              <a:avLst/>
              <a:gdLst>
                <a:gd name="csX0" fmla="*/ 1 w 381000"/>
                <a:gd name="csY0" fmla="*/ 1 h 285750"/>
                <a:gd name="csX1" fmla="*/ 381001 w 381000"/>
                <a:gd name="csY1" fmla="*/ 1 h 285750"/>
                <a:gd name="csX2" fmla="*/ 381001 w 381000"/>
                <a:gd name="csY2" fmla="*/ 28575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1000" h="285750">
                  <a:moveTo>
                    <a:pt x="1" y="1"/>
                  </a:moveTo>
                  <a:lnTo>
                    <a:pt x="381001" y="1"/>
                  </a:lnTo>
                  <a:lnTo>
                    <a:pt x="381001" y="2857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1867F94-C6F1-8C56-2427-88F89DCF94F2}"/>
                </a:ext>
              </a:extLst>
            </p:cNvPr>
            <p:cNvSpPr/>
            <p:nvPr/>
          </p:nvSpPr>
          <p:spPr>
            <a:xfrm>
              <a:off x="6948487" y="3943349"/>
              <a:ext cx="381000" cy="285750"/>
            </a:xfrm>
            <a:custGeom>
              <a:avLst/>
              <a:gdLst>
                <a:gd name="csX0" fmla="*/ 381001 w 381000"/>
                <a:gd name="csY0" fmla="*/ 1 h 285750"/>
                <a:gd name="csX1" fmla="*/ 1 w 381000"/>
                <a:gd name="csY1" fmla="*/ 1 h 285750"/>
                <a:gd name="csX2" fmla="*/ 1 w 381000"/>
                <a:gd name="csY2" fmla="*/ 28575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1000" h="285750">
                  <a:moveTo>
                    <a:pt x="381001" y="1"/>
                  </a:moveTo>
                  <a:lnTo>
                    <a:pt x="1" y="1"/>
                  </a:lnTo>
                  <a:lnTo>
                    <a:pt x="1" y="2857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" name="Graphic 4">
              <a:extLst>
                <a:ext uri="{FF2B5EF4-FFF2-40B4-BE49-F238E27FC236}">
                  <a16:creationId xmlns:a16="http://schemas.microsoft.com/office/drawing/2014/main" id="{E581C8D5-21A8-3A89-B3F7-D92DF03812A4}"/>
                </a:ext>
              </a:extLst>
            </p:cNvPr>
            <p:cNvGrpSpPr/>
            <p:nvPr/>
          </p:nvGrpSpPr>
          <p:grpSpPr>
            <a:xfrm>
              <a:off x="6948487" y="3371849"/>
              <a:ext cx="762000" cy="571500"/>
              <a:chOff x="6948487" y="3371849"/>
              <a:chExt cx="762000" cy="5715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D714FB-EFDF-BCCC-3AA1-E407528009D0}"/>
                  </a:ext>
                </a:extLst>
              </p:cNvPr>
              <p:cNvSpPr/>
              <p:nvPr/>
            </p:nvSpPr>
            <p:spPr>
              <a:xfrm rot="-5400000">
                <a:off x="7043737" y="3276599"/>
                <a:ext cx="571500" cy="762000"/>
              </a:xfrm>
              <a:custGeom>
                <a:avLst/>
                <a:gdLst>
                  <a:gd name="csX0" fmla="*/ 1 w 571500"/>
                  <a:gd name="csY0" fmla="*/ 1 h 762000"/>
                  <a:gd name="csX1" fmla="*/ 571501 w 571500"/>
                  <a:gd name="csY1" fmla="*/ 381001 h 762000"/>
                  <a:gd name="csX2" fmla="*/ 1 w 571500"/>
                  <a:gd name="csY2" fmla="*/ 762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71500" h="762000">
                    <a:moveTo>
                      <a:pt x="1" y="1"/>
                    </a:moveTo>
                    <a:lnTo>
                      <a:pt x="571501" y="381001"/>
                    </a:lnTo>
                    <a:lnTo>
                      <a:pt x="1" y="762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08912E-8569-2C6C-D276-E22AF1C3A663}"/>
                  </a:ext>
                </a:extLst>
              </p:cNvPr>
              <p:cNvSpPr txBox="1"/>
              <p:nvPr/>
            </p:nvSpPr>
            <p:spPr>
              <a:xfrm rot="16200000">
                <a:off x="7169648" y="3622459"/>
                <a:ext cx="37061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BB44573-8C14-647A-0782-B8D4091E0773}"/>
                </a:ext>
              </a:extLst>
            </p:cNvPr>
            <p:cNvSpPr/>
            <p:nvPr/>
          </p:nvSpPr>
          <p:spPr>
            <a:xfrm>
              <a:off x="8281987" y="4800599"/>
              <a:ext cx="9525" cy="285750"/>
            </a:xfrm>
            <a:custGeom>
              <a:avLst/>
              <a:gdLst>
                <a:gd name="csX0" fmla="*/ 1 w 9525"/>
                <a:gd name="csY0" fmla="*/ 1 h 285750"/>
                <a:gd name="csX1" fmla="*/ 1 w 9525"/>
                <a:gd name="csY1" fmla="*/ 28575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85750">
                  <a:moveTo>
                    <a:pt x="1" y="1"/>
                  </a:moveTo>
                  <a:lnTo>
                    <a:pt x="1" y="2857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37AE81C-9770-0FA2-DCC1-AD51A16F0707}"/>
                </a:ext>
              </a:extLst>
            </p:cNvPr>
            <p:cNvSpPr/>
            <p:nvPr/>
          </p:nvSpPr>
          <p:spPr>
            <a:xfrm>
              <a:off x="8853487" y="3943349"/>
              <a:ext cx="1143000" cy="285750"/>
            </a:xfrm>
            <a:custGeom>
              <a:avLst/>
              <a:gdLst>
                <a:gd name="csX0" fmla="*/ 1 w 1143000"/>
                <a:gd name="csY0" fmla="*/ 285751 h 285750"/>
                <a:gd name="csX1" fmla="*/ 1 w 1143000"/>
                <a:gd name="csY1" fmla="*/ 1 h 285750"/>
                <a:gd name="csX2" fmla="*/ 1143001 w 1143000"/>
                <a:gd name="csY2" fmla="*/ 1 h 285750"/>
                <a:gd name="csX3" fmla="*/ 1143001 w 1143000"/>
                <a:gd name="csY3" fmla="*/ 19050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43000" h="285750">
                  <a:moveTo>
                    <a:pt x="1" y="285751"/>
                  </a:moveTo>
                  <a:lnTo>
                    <a:pt x="1" y="1"/>
                  </a:lnTo>
                  <a:lnTo>
                    <a:pt x="1143001" y="1"/>
                  </a:lnTo>
                  <a:lnTo>
                    <a:pt x="1143001" y="19050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" name="Graphic 4">
              <a:extLst>
                <a:ext uri="{FF2B5EF4-FFF2-40B4-BE49-F238E27FC236}">
                  <a16:creationId xmlns:a16="http://schemas.microsoft.com/office/drawing/2014/main" id="{94F3028F-9EA4-EBEA-98BC-43DA5A29F4BC}"/>
                </a:ext>
              </a:extLst>
            </p:cNvPr>
            <p:cNvGrpSpPr/>
            <p:nvPr/>
          </p:nvGrpSpPr>
          <p:grpSpPr>
            <a:xfrm>
              <a:off x="8853487" y="4800599"/>
              <a:ext cx="1185862" cy="285750"/>
              <a:chOff x="8853487" y="4800599"/>
              <a:chExt cx="1185862" cy="285750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4B7BF77-1AE7-7F23-4A1C-8AEF68B3AE0F}"/>
                  </a:ext>
                </a:extLst>
              </p:cNvPr>
              <p:cNvSpPr/>
              <p:nvPr/>
            </p:nvSpPr>
            <p:spPr>
              <a:xfrm>
                <a:off x="8853487" y="4800599"/>
                <a:ext cx="1143000" cy="285750"/>
              </a:xfrm>
              <a:custGeom>
                <a:avLst/>
                <a:gdLst>
                  <a:gd name="csX0" fmla="*/ 1 w 1143000"/>
                  <a:gd name="csY0" fmla="*/ 1 h 285750"/>
                  <a:gd name="csX1" fmla="*/ 1 w 1143000"/>
                  <a:gd name="csY1" fmla="*/ 285751 h 285750"/>
                  <a:gd name="csX2" fmla="*/ 1143001 w 1143000"/>
                  <a:gd name="csY2" fmla="*/ 285751 h 285750"/>
                  <a:gd name="csX3" fmla="*/ 1143001 w 1143000"/>
                  <a:gd name="csY3" fmla="*/ 191453 h 285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3000" h="285750">
                    <a:moveTo>
                      <a:pt x="1" y="1"/>
                    </a:moveTo>
                    <a:lnTo>
                      <a:pt x="1" y="285751"/>
                    </a:lnTo>
                    <a:lnTo>
                      <a:pt x="1143001" y="285751"/>
                    </a:lnTo>
                    <a:lnTo>
                      <a:pt x="1143001" y="191453"/>
                    </a:lnTo>
                  </a:path>
                </a:pathLst>
              </a:custGeom>
              <a:noFill/>
              <a:ln w="285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A44907-1472-89F6-8072-0EEF8C2A1732}"/>
                  </a:ext>
                </a:extLst>
              </p:cNvPr>
              <p:cNvSpPr/>
              <p:nvPr/>
            </p:nvSpPr>
            <p:spPr>
              <a:xfrm>
                <a:off x="9953625" y="4927758"/>
                <a:ext cx="85725" cy="85725"/>
              </a:xfrm>
              <a:custGeom>
                <a:avLst/>
                <a:gdLst>
                  <a:gd name="csX0" fmla="*/ 42863 w 85725"/>
                  <a:gd name="csY0" fmla="*/ 1 h 85725"/>
                  <a:gd name="csX1" fmla="*/ 85726 w 85725"/>
                  <a:gd name="csY1" fmla="*/ 85726 h 85725"/>
                  <a:gd name="csX2" fmla="*/ 42863 w 85725"/>
                  <a:gd name="csY2" fmla="*/ 64294 h 85725"/>
                  <a:gd name="csX3" fmla="*/ 1 w 85725"/>
                  <a:gd name="csY3" fmla="*/ 85726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725">
                    <a:moveTo>
                      <a:pt x="42863" y="1"/>
                    </a:moveTo>
                    <a:lnTo>
                      <a:pt x="85726" y="85726"/>
                    </a:lnTo>
                    <a:lnTo>
                      <a:pt x="42863" y="64294"/>
                    </a:lnTo>
                    <a:lnTo>
                      <a:pt x="1" y="85726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aphic 4">
              <a:extLst>
                <a:ext uri="{FF2B5EF4-FFF2-40B4-BE49-F238E27FC236}">
                  <a16:creationId xmlns:a16="http://schemas.microsoft.com/office/drawing/2014/main" id="{77502B16-D67F-53AC-242F-E17BDE179185}"/>
                </a:ext>
              </a:extLst>
            </p:cNvPr>
            <p:cNvGrpSpPr/>
            <p:nvPr/>
          </p:nvGrpSpPr>
          <p:grpSpPr>
            <a:xfrm>
              <a:off x="7710487" y="4229099"/>
              <a:ext cx="1143000" cy="571500"/>
              <a:chOff x="7710487" y="4229099"/>
              <a:chExt cx="1143000" cy="57150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C1639CC-5D31-26C4-3D70-A733938253DA}"/>
                  </a:ext>
                </a:extLst>
              </p:cNvPr>
              <p:cNvSpPr/>
              <p:nvPr/>
            </p:nvSpPr>
            <p:spPr>
              <a:xfrm>
                <a:off x="7710487" y="4229099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AE0262-B891-AA7F-25AF-2554AC0560F6}"/>
                  </a:ext>
                </a:extLst>
              </p:cNvPr>
              <p:cNvSpPr txBox="1"/>
              <p:nvPr/>
            </p:nvSpPr>
            <p:spPr>
              <a:xfrm>
                <a:off x="7931651" y="4398994"/>
                <a:ext cx="69762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991F6DA-F2C9-1288-6421-24F56B5A7B35}"/>
                </a:ext>
              </a:extLst>
            </p:cNvPr>
            <p:cNvSpPr/>
            <p:nvPr/>
          </p:nvSpPr>
          <p:spPr>
            <a:xfrm>
              <a:off x="5424487" y="4514849"/>
              <a:ext cx="381000" cy="9525"/>
            </a:xfrm>
            <a:custGeom>
              <a:avLst/>
              <a:gdLst>
                <a:gd name="csX0" fmla="*/ 381001 w 381000"/>
                <a:gd name="csY0" fmla="*/ 1 h 9525"/>
                <a:gd name="csX1" fmla="*/ 1 w 381000"/>
                <a:gd name="csY1" fmla="*/ 1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1000" h="9525">
                  <a:moveTo>
                    <a:pt x="381001" y="1"/>
                  </a:moveTo>
                  <a:lnTo>
                    <a:pt x="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B7F706-CAF5-8B4C-325C-46B5946A7CE2}"/>
                </a:ext>
              </a:extLst>
            </p:cNvPr>
            <p:cNvSpPr/>
            <p:nvPr/>
          </p:nvSpPr>
          <p:spPr>
            <a:xfrm>
              <a:off x="5805487" y="4800599"/>
              <a:ext cx="9525" cy="381000"/>
            </a:xfrm>
            <a:custGeom>
              <a:avLst/>
              <a:gdLst>
                <a:gd name="csX0" fmla="*/ 1 w 9525"/>
                <a:gd name="csY0" fmla="*/ 1 h 381000"/>
                <a:gd name="csX1" fmla="*/ 1 w 9525"/>
                <a:gd name="csY1" fmla="*/ 381001 h 381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381000">
                  <a:moveTo>
                    <a:pt x="1" y="1"/>
                  </a:moveTo>
                  <a:lnTo>
                    <a:pt x="1" y="381001"/>
                  </a:ln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9898201-E320-4CC6-346F-EDF7FD6278CB}"/>
                </a:ext>
              </a:extLst>
            </p:cNvPr>
            <p:cNvSpPr/>
            <p:nvPr/>
          </p:nvSpPr>
          <p:spPr>
            <a:xfrm>
              <a:off x="5424487" y="4514849"/>
              <a:ext cx="381000" cy="9525"/>
            </a:xfrm>
            <a:custGeom>
              <a:avLst/>
              <a:gdLst>
                <a:gd name="csX0" fmla="*/ 381001 w 381000"/>
                <a:gd name="csY0" fmla="*/ 1 h 9525"/>
                <a:gd name="csX1" fmla="*/ 1 w 381000"/>
                <a:gd name="csY1" fmla="*/ 1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1000" h="9525">
                  <a:moveTo>
                    <a:pt x="381001" y="1"/>
                  </a:moveTo>
                  <a:lnTo>
                    <a:pt x="1" y="1"/>
                  </a:ln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57238C5B-8AC4-A846-F5F4-4B53E65797C9}"/>
                </a:ext>
              </a:extLst>
            </p:cNvPr>
            <p:cNvGrpSpPr/>
            <p:nvPr/>
          </p:nvGrpSpPr>
          <p:grpSpPr>
            <a:xfrm>
              <a:off x="5805487" y="4229099"/>
              <a:ext cx="1143000" cy="571500"/>
              <a:chOff x="5805487" y="4229099"/>
              <a:chExt cx="1143000" cy="57150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D9B9EC7-87F0-16FA-F301-EC6D12723EA5}"/>
                  </a:ext>
                </a:extLst>
              </p:cNvPr>
              <p:cNvSpPr/>
              <p:nvPr/>
            </p:nvSpPr>
            <p:spPr>
              <a:xfrm>
                <a:off x="5805487" y="4229099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7259D1F-247E-7214-CF85-FA2EB0341F77}"/>
                  </a:ext>
                </a:extLst>
              </p:cNvPr>
              <p:cNvSpPr txBox="1"/>
              <p:nvPr/>
            </p:nvSpPr>
            <p:spPr>
              <a:xfrm>
                <a:off x="6083773" y="4398994"/>
                <a:ext cx="58221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Student</a:t>
                </a:r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13AE2B0-3DD1-BE46-85A3-E0C8C201DAEA}"/>
                </a:ext>
              </a:extLst>
            </p:cNvPr>
            <p:cNvSpPr/>
            <p:nvPr/>
          </p:nvSpPr>
          <p:spPr>
            <a:xfrm>
              <a:off x="7900987" y="5657849"/>
              <a:ext cx="190500" cy="285750"/>
            </a:xfrm>
            <a:custGeom>
              <a:avLst/>
              <a:gdLst>
                <a:gd name="csX0" fmla="*/ 190501 w 190500"/>
                <a:gd name="csY0" fmla="*/ 1 h 285750"/>
                <a:gd name="csX1" fmla="*/ 1 w 190500"/>
                <a:gd name="csY1" fmla="*/ 1 h 285750"/>
                <a:gd name="csX2" fmla="*/ 1 w 190500"/>
                <a:gd name="csY2" fmla="*/ 28575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0500" h="285750">
                  <a:moveTo>
                    <a:pt x="190501" y="1"/>
                  </a:moveTo>
                  <a:lnTo>
                    <a:pt x="1" y="1"/>
                  </a:lnTo>
                  <a:lnTo>
                    <a:pt x="1" y="2857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aphic 4">
              <a:extLst>
                <a:ext uri="{FF2B5EF4-FFF2-40B4-BE49-F238E27FC236}">
                  <a16:creationId xmlns:a16="http://schemas.microsoft.com/office/drawing/2014/main" id="{68D7E278-C8BA-FFBB-2726-413AE73BAF97}"/>
                </a:ext>
              </a:extLst>
            </p:cNvPr>
            <p:cNvGrpSpPr/>
            <p:nvPr/>
          </p:nvGrpSpPr>
          <p:grpSpPr>
            <a:xfrm>
              <a:off x="7900987" y="5086349"/>
              <a:ext cx="762000" cy="571500"/>
              <a:chOff x="7900987" y="5086349"/>
              <a:chExt cx="762000" cy="571500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3A7E5783-3E95-EE3F-670D-7F818B4D222A}"/>
                  </a:ext>
                </a:extLst>
              </p:cNvPr>
              <p:cNvSpPr/>
              <p:nvPr/>
            </p:nvSpPr>
            <p:spPr>
              <a:xfrm rot="-5400000">
                <a:off x="7996237" y="4991099"/>
                <a:ext cx="571500" cy="762000"/>
              </a:xfrm>
              <a:custGeom>
                <a:avLst/>
                <a:gdLst>
                  <a:gd name="csX0" fmla="*/ 1 w 571500"/>
                  <a:gd name="csY0" fmla="*/ 1 h 762000"/>
                  <a:gd name="csX1" fmla="*/ 571501 w 571500"/>
                  <a:gd name="csY1" fmla="*/ 381001 h 762000"/>
                  <a:gd name="csX2" fmla="*/ 1 w 571500"/>
                  <a:gd name="csY2" fmla="*/ 762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71500" h="762000">
                    <a:moveTo>
                      <a:pt x="1" y="1"/>
                    </a:moveTo>
                    <a:lnTo>
                      <a:pt x="571501" y="381001"/>
                    </a:lnTo>
                    <a:lnTo>
                      <a:pt x="1" y="762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6407D0B-322F-52C1-E158-3C82554FA1D2}"/>
                  </a:ext>
                </a:extLst>
              </p:cNvPr>
              <p:cNvSpPr txBox="1"/>
              <p:nvPr/>
            </p:nvSpPr>
            <p:spPr>
              <a:xfrm rot="16200000">
                <a:off x="8091917" y="5263628"/>
                <a:ext cx="37061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C0D5BF-AAAA-7B1E-21E6-12B2FADD2338}"/>
                </a:ext>
              </a:extLst>
            </p:cNvPr>
            <p:cNvSpPr/>
            <p:nvPr/>
          </p:nvSpPr>
          <p:spPr>
            <a:xfrm>
              <a:off x="4376737" y="4514849"/>
              <a:ext cx="285750" cy="9525"/>
            </a:xfrm>
            <a:custGeom>
              <a:avLst/>
              <a:gdLst>
                <a:gd name="csX0" fmla="*/ 285751 w 285750"/>
                <a:gd name="csY0" fmla="*/ 1 h 9525"/>
                <a:gd name="csX1" fmla="*/ 1 w 285750"/>
                <a:gd name="csY1" fmla="*/ 1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5750" h="9525">
                  <a:moveTo>
                    <a:pt x="285751" y="1"/>
                  </a:moveTo>
                  <a:lnTo>
                    <a:pt x="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aphic 4">
              <a:extLst>
                <a:ext uri="{FF2B5EF4-FFF2-40B4-BE49-F238E27FC236}">
                  <a16:creationId xmlns:a16="http://schemas.microsoft.com/office/drawing/2014/main" id="{AAD19863-7ABB-EE91-DFC4-7F723D320BE1}"/>
                </a:ext>
              </a:extLst>
            </p:cNvPr>
            <p:cNvGrpSpPr/>
            <p:nvPr/>
          </p:nvGrpSpPr>
          <p:grpSpPr>
            <a:xfrm>
              <a:off x="4662487" y="4133849"/>
              <a:ext cx="762000" cy="762000"/>
              <a:chOff x="4662487" y="4133849"/>
              <a:chExt cx="762000" cy="762000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03FBEF52-F99A-1E78-BA59-F4F979C9DE79}"/>
                  </a:ext>
                </a:extLst>
              </p:cNvPr>
              <p:cNvSpPr/>
              <p:nvPr/>
            </p:nvSpPr>
            <p:spPr>
              <a:xfrm>
                <a:off x="4662487" y="4133849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7171FBB-EA6B-418C-1E39-7BC96D982AD1}"/>
                  </a:ext>
                </a:extLst>
              </p:cNvPr>
              <p:cNvSpPr txBox="1"/>
              <p:nvPr/>
            </p:nvSpPr>
            <p:spPr>
              <a:xfrm>
                <a:off x="4762984" y="4433072"/>
                <a:ext cx="60785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Enrolled</a:t>
                </a:r>
              </a:p>
            </p:txBody>
          </p:sp>
        </p:grpSp>
        <p:grpSp>
          <p:nvGrpSpPr>
            <p:cNvPr id="39" name="Graphic 4">
              <a:extLst>
                <a:ext uri="{FF2B5EF4-FFF2-40B4-BE49-F238E27FC236}">
                  <a16:creationId xmlns:a16="http://schemas.microsoft.com/office/drawing/2014/main" id="{2D541FAF-2285-E332-9107-4E229E53559D}"/>
                </a:ext>
              </a:extLst>
            </p:cNvPr>
            <p:cNvGrpSpPr/>
            <p:nvPr/>
          </p:nvGrpSpPr>
          <p:grpSpPr>
            <a:xfrm>
              <a:off x="3223092" y="4229099"/>
              <a:ext cx="1165704" cy="571500"/>
              <a:chOff x="3223092" y="4229099"/>
              <a:chExt cx="1165704" cy="57150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6F412A0-8D57-0756-76A4-6A1D24B700D5}"/>
                  </a:ext>
                </a:extLst>
              </p:cNvPr>
              <p:cNvSpPr/>
              <p:nvPr/>
            </p:nvSpPr>
            <p:spPr>
              <a:xfrm>
                <a:off x="3233737" y="4229099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404509A-F080-6E67-C59B-B28136361AF3}"/>
                  </a:ext>
                </a:extLst>
              </p:cNvPr>
              <p:cNvSpPr txBox="1"/>
              <p:nvPr/>
            </p:nvSpPr>
            <p:spPr>
              <a:xfrm>
                <a:off x="3223092" y="4398994"/>
                <a:ext cx="116570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Program</a:t>
                </a:r>
              </a:p>
            </p:txBody>
          </p:sp>
        </p:grpSp>
        <p:grpSp>
          <p:nvGrpSpPr>
            <p:cNvPr id="42" name="Graphic 4">
              <a:extLst>
                <a:ext uri="{FF2B5EF4-FFF2-40B4-BE49-F238E27FC236}">
                  <a16:creationId xmlns:a16="http://schemas.microsoft.com/office/drawing/2014/main" id="{7628B9EB-F212-B785-4651-2CD4527D8C6C}"/>
                </a:ext>
              </a:extLst>
            </p:cNvPr>
            <p:cNvGrpSpPr/>
            <p:nvPr/>
          </p:nvGrpSpPr>
          <p:grpSpPr>
            <a:xfrm>
              <a:off x="6712349" y="5943599"/>
              <a:ext cx="1236236" cy="571500"/>
              <a:chOff x="6712349" y="5943599"/>
              <a:chExt cx="1236236" cy="57150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7250C3D-6F1D-6C1D-0C4F-13C3C0542F98}"/>
                  </a:ext>
                </a:extLst>
              </p:cNvPr>
              <p:cNvSpPr/>
              <p:nvPr/>
            </p:nvSpPr>
            <p:spPr>
              <a:xfrm>
                <a:off x="6757987" y="5943599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CA953AA-DD6E-422D-F1BB-4E1C68BC202F}"/>
                  </a:ext>
                </a:extLst>
              </p:cNvPr>
              <p:cNvSpPr txBox="1"/>
              <p:nvPr/>
            </p:nvSpPr>
            <p:spPr>
              <a:xfrm>
                <a:off x="6712349" y="6113494"/>
                <a:ext cx="1236236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Employee</a:t>
                </a:r>
              </a:p>
            </p:txBody>
          </p:sp>
        </p:grpSp>
        <p:grpSp>
          <p:nvGrpSpPr>
            <p:cNvPr id="45" name="Graphic 4">
              <a:extLst>
                <a:ext uri="{FF2B5EF4-FFF2-40B4-BE49-F238E27FC236}">
                  <a16:creationId xmlns:a16="http://schemas.microsoft.com/office/drawing/2014/main" id="{8C84AAA0-2803-F71A-7949-A9186BA25114}"/>
                </a:ext>
              </a:extLst>
            </p:cNvPr>
            <p:cNvGrpSpPr/>
            <p:nvPr/>
          </p:nvGrpSpPr>
          <p:grpSpPr>
            <a:xfrm>
              <a:off x="8662987" y="5943599"/>
              <a:ext cx="1143000" cy="571500"/>
              <a:chOff x="8662987" y="5943599"/>
              <a:chExt cx="1143000" cy="571500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F856C27-C830-C734-1629-D35E529B7DD8}"/>
                  </a:ext>
                </a:extLst>
              </p:cNvPr>
              <p:cNvSpPr/>
              <p:nvPr/>
            </p:nvSpPr>
            <p:spPr>
              <a:xfrm>
                <a:off x="8662987" y="5943599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24A4F05-823A-7827-5558-1EF98C2798B4}"/>
                  </a:ext>
                </a:extLst>
              </p:cNvPr>
              <p:cNvSpPr txBox="1"/>
              <p:nvPr/>
            </p:nvSpPr>
            <p:spPr>
              <a:xfrm>
                <a:off x="8763489" y="6046819"/>
                <a:ext cx="941283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Non-Academic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9E7877A-FB99-2B5B-A57B-D6E25A8506E8}"/>
                  </a:ext>
                </a:extLst>
              </p:cNvPr>
              <p:cNvSpPr txBox="1"/>
              <p:nvPr/>
            </p:nvSpPr>
            <p:spPr>
              <a:xfrm>
                <a:off x="8884151" y="6180169"/>
                <a:ext cx="69762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3542CF7-EC85-44B7-DB0D-541DBBADF7D9}"/>
                </a:ext>
              </a:extLst>
            </p:cNvPr>
            <p:cNvSpPr/>
            <p:nvPr/>
          </p:nvSpPr>
          <p:spPr>
            <a:xfrm>
              <a:off x="8472487" y="5657849"/>
              <a:ext cx="213360" cy="334327"/>
            </a:xfrm>
            <a:custGeom>
              <a:avLst/>
              <a:gdLst>
                <a:gd name="csX0" fmla="*/ 1 w 213360"/>
                <a:gd name="csY0" fmla="*/ 1 h 334327"/>
                <a:gd name="csX1" fmla="*/ 213361 w 213360"/>
                <a:gd name="csY1" fmla="*/ 1 h 334327"/>
                <a:gd name="csX2" fmla="*/ 213361 w 213360"/>
                <a:gd name="csY2" fmla="*/ 334328 h 3343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13360" h="334327">
                  <a:moveTo>
                    <a:pt x="1" y="1"/>
                  </a:moveTo>
                  <a:lnTo>
                    <a:pt x="213361" y="1"/>
                  </a:lnTo>
                  <a:lnTo>
                    <a:pt x="213361" y="334328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0" name="Graphic 4">
              <a:extLst>
                <a:ext uri="{FF2B5EF4-FFF2-40B4-BE49-F238E27FC236}">
                  <a16:creationId xmlns:a16="http://schemas.microsoft.com/office/drawing/2014/main" id="{57000E15-9F45-1B4A-927B-38F1789A0FEA}"/>
                </a:ext>
              </a:extLst>
            </p:cNvPr>
            <p:cNvGrpSpPr/>
            <p:nvPr/>
          </p:nvGrpSpPr>
          <p:grpSpPr>
            <a:xfrm>
              <a:off x="9615487" y="4133849"/>
              <a:ext cx="762000" cy="762000"/>
              <a:chOff x="9615487" y="4133849"/>
              <a:chExt cx="762000" cy="762000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3072E1C8-FF11-A006-F160-DC9FB40E7385}"/>
                  </a:ext>
                </a:extLst>
              </p:cNvPr>
              <p:cNvSpPr/>
              <p:nvPr/>
            </p:nvSpPr>
            <p:spPr>
              <a:xfrm>
                <a:off x="9615487" y="4133849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9CA97B8-34F4-1BB8-8DE0-95383CC1DA18}"/>
                  </a:ext>
                </a:extLst>
              </p:cNvPr>
              <p:cNvSpPr txBox="1"/>
              <p:nvPr/>
            </p:nvSpPr>
            <p:spPr>
              <a:xfrm>
                <a:off x="9615487" y="4414837"/>
                <a:ext cx="75533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Reports To</a:t>
                </a:r>
              </a:p>
            </p:txBody>
          </p:sp>
        </p:grp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9132A28-8905-E76B-EAF4-B8616CDB432B}"/>
                </a:ext>
              </a:extLst>
            </p:cNvPr>
            <p:cNvSpPr/>
            <p:nvPr/>
          </p:nvSpPr>
          <p:spPr>
            <a:xfrm>
              <a:off x="5805487" y="5943599"/>
              <a:ext cx="952500" cy="285750"/>
            </a:xfrm>
            <a:custGeom>
              <a:avLst/>
              <a:gdLst>
                <a:gd name="csX0" fmla="*/ 1 w 952500"/>
                <a:gd name="csY0" fmla="*/ 1 h 285750"/>
                <a:gd name="csX1" fmla="*/ 1 w 952500"/>
                <a:gd name="csY1" fmla="*/ 285751 h 285750"/>
                <a:gd name="csX2" fmla="*/ 952501 w 952500"/>
                <a:gd name="csY2" fmla="*/ 28575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2500" h="285750">
                  <a:moveTo>
                    <a:pt x="1" y="1"/>
                  </a:moveTo>
                  <a:lnTo>
                    <a:pt x="1" y="285751"/>
                  </a:lnTo>
                  <a:lnTo>
                    <a:pt x="952501" y="2857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4">
              <a:extLst>
                <a:ext uri="{FF2B5EF4-FFF2-40B4-BE49-F238E27FC236}">
                  <a16:creationId xmlns:a16="http://schemas.microsoft.com/office/drawing/2014/main" id="{492F60B9-DE23-B707-A220-2C9FDFE629BB}"/>
                </a:ext>
              </a:extLst>
            </p:cNvPr>
            <p:cNvGrpSpPr/>
            <p:nvPr/>
          </p:nvGrpSpPr>
          <p:grpSpPr>
            <a:xfrm>
              <a:off x="5401627" y="5181599"/>
              <a:ext cx="784860" cy="762000"/>
              <a:chOff x="5401627" y="5181599"/>
              <a:chExt cx="784860" cy="762000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17F3E76D-1DBB-AC74-B400-A3E8A207DC6C}"/>
                  </a:ext>
                </a:extLst>
              </p:cNvPr>
              <p:cNvSpPr/>
              <p:nvPr/>
            </p:nvSpPr>
            <p:spPr>
              <a:xfrm>
                <a:off x="5424487" y="5181599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3E17646-91A0-DA34-A46A-57A6E7630543}"/>
                  </a:ext>
                </a:extLst>
              </p:cNvPr>
              <p:cNvSpPr txBox="1"/>
              <p:nvPr/>
            </p:nvSpPr>
            <p:spPr>
              <a:xfrm>
                <a:off x="5401627" y="5453032"/>
                <a:ext cx="76174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Supervised</a:t>
                </a:r>
              </a:p>
            </p:txBody>
          </p:sp>
        </p:grpSp>
        <p:grpSp>
          <p:nvGrpSpPr>
            <p:cNvPr id="57" name="Graphic 4">
              <a:extLst>
                <a:ext uri="{FF2B5EF4-FFF2-40B4-BE49-F238E27FC236}">
                  <a16:creationId xmlns:a16="http://schemas.microsoft.com/office/drawing/2014/main" id="{EA55A85A-B7D5-9426-D273-B01AE43AB620}"/>
                </a:ext>
              </a:extLst>
            </p:cNvPr>
            <p:cNvGrpSpPr/>
            <p:nvPr/>
          </p:nvGrpSpPr>
          <p:grpSpPr>
            <a:xfrm>
              <a:off x="9039225" y="3652837"/>
              <a:ext cx="762000" cy="285750"/>
              <a:chOff x="9039225" y="3652837"/>
              <a:chExt cx="762000" cy="28575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E40625A-6D1E-A5A3-5D70-BBCC879DF449}"/>
                  </a:ext>
                </a:extLst>
              </p:cNvPr>
              <p:cNvSpPr/>
              <p:nvPr/>
            </p:nvSpPr>
            <p:spPr>
              <a:xfrm>
                <a:off x="9039225" y="3652837"/>
                <a:ext cx="7620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F4C039E-7F21-1A51-AD17-AA3D6D4A0776}"/>
                  </a:ext>
                </a:extLst>
              </p:cNvPr>
              <p:cNvSpPr txBox="1"/>
              <p:nvPr/>
            </p:nvSpPr>
            <p:spPr>
              <a:xfrm>
                <a:off x="9055620" y="3684619"/>
                <a:ext cx="73609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Supervisor</a:t>
                </a:r>
              </a:p>
            </p:txBody>
          </p:sp>
        </p:grpSp>
        <p:grpSp>
          <p:nvGrpSpPr>
            <p:cNvPr id="60" name="Graphic 4">
              <a:extLst>
                <a:ext uri="{FF2B5EF4-FFF2-40B4-BE49-F238E27FC236}">
                  <a16:creationId xmlns:a16="http://schemas.microsoft.com/office/drawing/2014/main" id="{7425C723-BA20-0526-D6D0-4B7392AE77D7}"/>
                </a:ext>
              </a:extLst>
            </p:cNvPr>
            <p:cNvGrpSpPr/>
            <p:nvPr/>
          </p:nvGrpSpPr>
          <p:grpSpPr>
            <a:xfrm>
              <a:off x="9039225" y="5081587"/>
              <a:ext cx="765389" cy="285750"/>
              <a:chOff x="9039225" y="5081587"/>
              <a:chExt cx="765389" cy="28575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80899E5-B8C8-3013-7DF2-6A2C59AF4454}"/>
                  </a:ext>
                </a:extLst>
              </p:cNvPr>
              <p:cNvSpPr/>
              <p:nvPr/>
            </p:nvSpPr>
            <p:spPr>
              <a:xfrm>
                <a:off x="9039225" y="5081587"/>
                <a:ext cx="7620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330AE42-62E2-2D95-2F01-4CEF461674B7}"/>
                  </a:ext>
                </a:extLst>
              </p:cNvPr>
              <p:cNvSpPr txBox="1"/>
              <p:nvPr/>
            </p:nvSpPr>
            <p:spPr>
              <a:xfrm>
                <a:off x="9042867" y="5113369"/>
                <a:ext cx="76174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Supervisee</a:t>
                </a:r>
              </a:p>
            </p:txBody>
          </p:sp>
        </p:grp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D639E09-5EAA-7ED0-E9C7-3941A130AFA9}"/>
                </a:ext>
              </a:extLst>
            </p:cNvPr>
            <p:cNvSpPr/>
            <p:nvPr/>
          </p:nvSpPr>
          <p:spPr>
            <a:xfrm>
              <a:off x="4281487" y="2133599"/>
              <a:ext cx="9525" cy="381000"/>
            </a:xfrm>
            <a:custGeom>
              <a:avLst/>
              <a:gdLst>
                <a:gd name="csX0" fmla="*/ 1 w 9525"/>
                <a:gd name="csY0" fmla="*/ 381001 h 381000"/>
                <a:gd name="csX1" fmla="*/ 1 w 9525"/>
                <a:gd name="csY1" fmla="*/ 1 h 381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381000">
                  <a:moveTo>
                    <a:pt x="1" y="381001"/>
                  </a:moveTo>
                  <a:lnTo>
                    <a:pt x="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4" name="Graphic 4">
              <a:extLst>
                <a:ext uri="{FF2B5EF4-FFF2-40B4-BE49-F238E27FC236}">
                  <a16:creationId xmlns:a16="http://schemas.microsoft.com/office/drawing/2014/main" id="{0A9E18C9-80E1-CC5D-09E0-59F42237FFF1}"/>
                </a:ext>
              </a:extLst>
            </p:cNvPr>
            <p:cNvGrpSpPr/>
            <p:nvPr/>
          </p:nvGrpSpPr>
          <p:grpSpPr>
            <a:xfrm>
              <a:off x="3027521" y="2757487"/>
              <a:ext cx="682466" cy="85725"/>
              <a:chOff x="3027521" y="2757487"/>
              <a:chExt cx="682466" cy="85725"/>
            </a:xfrm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61B13796-A282-1983-728E-B3D6E995E37B}"/>
                  </a:ext>
                </a:extLst>
              </p:cNvPr>
              <p:cNvSpPr/>
              <p:nvPr/>
            </p:nvSpPr>
            <p:spPr>
              <a:xfrm>
                <a:off x="3091815" y="2800349"/>
                <a:ext cx="618172" cy="9525"/>
              </a:xfrm>
              <a:custGeom>
                <a:avLst/>
                <a:gdLst>
                  <a:gd name="csX0" fmla="*/ 618173 w 618172"/>
                  <a:gd name="csY0" fmla="*/ 1 h 9525"/>
                  <a:gd name="csX1" fmla="*/ 1 w 618172"/>
                  <a:gd name="csY1" fmla="*/ 1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18172" h="9525">
                    <a:moveTo>
                      <a:pt x="618173" y="1"/>
                    </a:moveTo>
                    <a:lnTo>
                      <a:pt x="1" y="1"/>
                    </a:lnTo>
                  </a:path>
                </a:pathLst>
              </a:custGeom>
              <a:noFill/>
              <a:ln w="285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731E7F57-12B5-4DB9-492C-EDBB5BC002ED}"/>
                  </a:ext>
                </a:extLst>
              </p:cNvPr>
              <p:cNvSpPr/>
              <p:nvPr/>
            </p:nvSpPr>
            <p:spPr>
              <a:xfrm>
                <a:off x="3027521" y="2757487"/>
                <a:ext cx="85725" cy="85725"/>
              </a:xfrm>
              <a:custGeom>
                <a:avLst/>
                <a:gdLst>
                  <a:gd name="csX0" fmla="*/ 1 w 85725"/>
                  <a:gd name="csY0" fmla="*/ 42863 h 85725"/>
                  <a:gd name="csX1" fmla="*/ 85726 w 85725"/>
                  <a:gd name="csY1" fmla="*/ 1 h 85725"/>
                  <a:gd name="csX2" fmla="*/ 64294 w 85725"/>
                  <a:gd name="csY2" fmla="*/ 42863 h 85725"/>
                  <a:gd name="csX3" fmla="*/ 85726 w 85725"/>
                  <a:gd name="csY3" fmla="*/ 85726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725">
                    <a:moveTo>
                      <a:pt x="1" y="42863"/>
                    </a:moveTo>
                    <a:lnTo>
                      <a:pt x="85726" y="1"/>
                    </a:lnTo>
                    <a:lnTo>
                      <a:pt x="64294" y="42863"/>
                    </a:lnTo>
                    <a:lnTo>
                      <a:pt x="85726" y="85726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7" name="Graphic 4">
              <a:extLst>
                <a:ext uri="{FF2B5EF4-FFF2-40B4-BE49-F238E27FC236}">
                  <a16:creationId xmlns:a16="http://schemas.microsoft.com/office/drawing/2014/main" id="{FD24336D-8039-6003-B44B-12149FC5F973}"/>
                </a:ext>
              </a:extLst>
            </p:cNvPr>
            <p:cNvGrpSpPr/>
            <p:nvPr/>
          </p:nvGrpSpPr>
          <p:grpSpPr>
            <a:xfrm>
              <a:off x="3709987" y="2514599"/>
              <a:ext cx="1143000" cy="571500"/>
              <a:chOff x="3709987" y="2514599"/>
              <a:chExt cx="1143000" cy="57150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3B286A1-FCFF-464D-161F-AF2C5D3A67E2}"/>
                  </a:ext>
                </a:extLst>
              </p:cNvPr>
              <p:cNvSpPr/>
              <p:nvPr/>
            </p:nvSpPr>
            <p:spPr>
              <a:xfrm>
                <a:off x="3709987" y="2514599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F79B372-3A54-BB24-7AC5-090CA611693F}"/>
                  </a:ext>
                </a:extLst>
              </p:cNvPr>
              <p:cNvSpPr txBox="1"/>
              <p:nvPr/>
            </p:nvSpPr>
            <p:spPr>
              <a:xfrm>
                <a:off x="3912064" y="2684494"/>
                <a:ext cx="73609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Laboratory</a:t>
                </a:r>
              </a:p>
            </p:txBody>
          </p:sp>
        </p:grpSp>
        <p:grpSp>
          <p:nvGrpSpPr>
            <p:cNvPr id="70" name="Graphic 4">
              <a:extLst>
                <a:ext uri="{FF2B5EF4-FFF2-40B4-BE49-F238E27FC236}">
                  <a16:creationId xmlns:a16="http://schemas.microsoft.com/office/drawing/2014/main" id="{AC2D2E20-9CCC-E219-363F-65BA1D59F9F0}"/>
                </a:ext>
              </a:extLst>
            </p:cNvPr>
            <p:cNvGrpSpPr/>
            <p:nvPr/>
          </p:nvGrpSpPr>
          <p:grpSpPr>
            <a:xfrm>
              <a:off x="3900487" y="1371599"/>
              <a:ext cx="762000" cy="762000"/>
              <a:chOff x="3900487" y="1371599"/>
              <a:chExt cx="762000" cy="762000"/>
            </a:xfrm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916AC5FA-3070-2A18-1ADC-1ECFB54C360D}"/>
                  </a:ext>
                </a:extLst>
              </p:cNvPr>
              <p:cNvSpPr/>
              <p:nvPr/>
            </p:nvSpPr>
            <p:spPr>
              <a:xfrm>
                <a:off x="3900487" y="1371599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309F608-48C3-8281-5DF9-E1EB576C63D3}"/>
                  </a:ext>
                </a:extLst>
              </p:cNvPr>
              <p:cNvSpPr txBox="1"/>
              <p:nvPr/>
            </p:nvSpPr>
            <p:spPr>
              <a:xfrm>
                <a:off x="4067775" y="1677088"/>
                <a:ext cx="421910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Host</a:t>
                </a:r>
              </a:p>
            </p:txBody>
          </p:sp>
        </p:grp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C72354B-6B86-3F8D-3C40-AD35E3A5E357}"/>
                </a:ext>
              </a:extLst>
            </p:cNvPr>
            <p:cNvSpPr/>
            <p:nvPr/>
          </p:nvSpPr>
          <p:spPr>
            <a:xfrm>
              <a:off x="4281487" y="895349"/>
              <a:ext cx="9525" cy="476250"/>
            </a:xfrm>
            <a:custGeom>
              <a:avLst/>
              <a:gdLst>
                <a:gd name="csX0" fmla="*/ 1 w 9525"/>
                <a:gd name="csY0" fmla="*/ 1 h 476250"/>
                <a:gd name="csX1" fmla="*/ 1 w 9525"/>
                <a:gd name="csY1" fmla="*/ 476251 h 476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476250">
                  <a:moveTo>
                    <a:pt x="1" y="1"/>
                  </a:moveTo>
                  <a:lnTo>
                    <a:pt x="1" y="4762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4" name="Graphic 4">
              <a:extLst>
                <a:ext uri="{FF2B5EF4-FFF2-40B4-BE49-F238E27FC236}">
                  <a16:creationId xmlns:a16="http://schemas.microsoft.com/office/drawing/2014/main" id="{132CD54D-8F9C-2B4A-F267-F82AB661ADF4}"/>
                </a:ext>
              </a:extLst>
            </p:cNvPr>
            <p:cNvGrpSpPr/>
            <p:nvPr/>
          </p:nvGrpSpPr>
          <p:grpSpPr>
            <a:xfrm>
              <a:off x="3709987" y="323849"/>
              <a:ext cx="1143000" cy="571500"/>
              <a:chOff x="3709987" y="323849"/>
              <a:chExt cx="1143000" cy="571500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0145E90-EFC0-9C0E-B61E-CD54AA88ACF5}"/>
                  </a:ext>
                </a:extLst>
              </p:cNvPr>
              <p:cNvSpPr/>
              <p:nvPr/>
            </p:nvSpPr>
            <p:spPr>
              <a:xfrm>
                <a:off x="3709987" y="323849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76D1750-A939-2EA1-E071-E2BF6C9F8A8A}"/>
                  </a:ext>
                </a:extLst>
              </p:cNvPr>
              <p:cNvSpPr txBox="1"/>
              <p:nvPr/>
            </p:nvSpPr>
            <p:spPr>
              <a:xfrm>
                <a:off x="3775468" y="493744"/>
                <a:ext cx="101181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units</a:t>
                </a:r>
              </a:p>
            </p:txBody>
          </p:sp>
        </p:grp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76AA716-B65B-B3C2-1991-AF472C05CB5B}"/>
                </a:ext>
              </a:extLst>
            </p:cNvPr>
            <p:cNvSpPr/>
            <p:nvPr/>
          </p:nvSpPr>
          <p:spPr>
            <a:xfrm>
              <a:off x="6186487" y="2800349"/>
              <a:ext cx="571500" cy="9525"/>
            </a:xfrm>
            <a:custGeom>
              <a:avLst/>
              <a:gdLst>
                <a:gd name="csX0" fmla="*/ 1 w 571500"/>
                <a:gd name="csY0" fmla="*/ 1 h 9525"/>
                <a:gd name="csX1" fmla="*/ 571501 w 571500"/>
                <a:gd name="csY1" fmla="*/ 1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71500" h="9525">
                  <a:moveTo>
                    <a:pt x="1" y="1"/>
                  </a:moveTo>
                  <a:lnTo>
                    <a:pt x="57150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E36FB79-6298-18EE-1E31-91F62A529004}"/>
                </a:ext>
              </a:extLst>
            </p:cNvPr>
            <p:cNvSpPr/>
            <p:nvPr/>
          </p:nvSpPr>
          <p:spPr>
            <a:xfrm>
              <a:off x="4852987" y="2800349"/>
              <a:ext cx="571500" cy="9525"/>
            </a:xfrm>
            <a:custGeom>
              <a:avLst/>
              <a:gdLst>
                <a:gd name="csX0" fmla="*/ 571501 w 571500"/>
                <a:gd name="csY0" fmla="*/ 1 h 9525"/>
                <a:gd name="csX1" fmla="*/ 1 w 571500"/>
                <a:gd name="csY1" fmla="*/ 1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71500" h="9525">
                  <a:moveTo>
                    <a:pt x="571501" y="1"/>
                  </a:moveTo>
                  <a:lnTo>
                    <a:pt x="1" y="1"/>
                  </a:ln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" name="Graphic 4">
              <a:extLst>
                <a:ext uri="{FF2B5EF4-FFF2-40B4-BE49-F238E27FC236}">
                  <a16:creationId xmlns:a16="http://schemas.microsoft.com/office/drawing/2014/main" id="{9A96F3AF-AC08-486C-8E95-99D9997272B1}"/>
                </a:ext>
              </a:extLst>
            </p:cNvPr>
            <p:cNvGrpSpPr/>
            <p:nvPr/>
          </p:nvGrpSpPr>
          <p:grpSpPr>
            <a:xfrm>
              <a:off x="5424487" y="2419349"/>
              <a:ext cx="762000" cy="762000"/>
              <a:chOff x="5424487" y="2419349"/>
              <a:chExt cx="762000" cy="762000"/>
            </a:xfrm>
          </p:grpSpPr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6EA759E9-BC49-AC9E-1026-96A341C4F411}"/>
                  </a:ext>
                </a:extLst>
              </p:cNvPr>
              <p:cNvSpPr/>
              <p:nvPr/>
            </p:nvSpPr>
            <p:spPr>
              <a:xfrm>
                <a:off x="5424487" y="2419349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B6EE823-2791-DD46-00D3-418E98C6054C}"/>
                  </a:ext>
                </a:extLst>
              </p:cNvPr>
              <p:cNvSpPr txBox="1"/>
              <p:nvPr/>
            </p:nvSpPr>
            <p:spPr>
              <a:xfrm>
                <a:off x="5556791" y="2737910"/>
                <a:ext cx="51167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Attach</a:t>
                </a:r>
              </a:p>
            </p:txBody>
          </p:sp>
        </p:grp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5A580D1-5669-4367-1A1D-C32968D6DDAB}"/>
                </a:ext>
              </a:extLst>
            </p:cNvPr>
            <p:cNvSpPr/>
            <p:nvPr/>
          </p:nvSpPr>
          <p:spPr>
            <a:xfrm>
              <a:off x="1804987" y="2800349"/>
              <a:ext cx="4953000" cy="3714750"/>
            </a:xfrm>
            <a:custGeom>
              <a:avLst/>
              <a:gdLst>
                <a:gd name="csX0" fmla="*/ 428626 w 4953000"/>
                <a:gd name="csY0" fmla="*/ 1 h 3714750"/>
                <a:gd name="csX1" fmla="*/ 1 w 4953000"/>
                <a:gd name="csY1" fmla="*/ 1 h 3714750"/>
                <a:gd name="csX2" fmla="*/ 1 w 4953000"/>
                <a:gd name="csY2" fmla="*/ 3714751 h 3714750"/>
                <a:gd name="csX3" fmla="*/ 4953001 w 4953000"/>
                <a:gd name="csY3" fmla="*/ 3714751 h 3714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53000" h="3714750">
                  <a:moveTo>
                    <a:pt x="428626" y="1"/>
                  </a:moveTo>
                  <a:lnTo>
                    <a:pt x="1" y="1"/>
                  </a:lnTo>
                  <a:lnTo>
                    <a:pt x="1" y="3714751"/>
                  </a:lnTo>
                  <a:lnTo>
                    <a:pt x="4953001" y="37147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3" name="Graphic 4">
              <a:extLst>
                <a:ext uri="{FF2B5EF4-FFF2-40B4-BE49-F238E27FC236}">
                  <a16:creationId xmlns:a16="http://schemas.microsoft.com/office/drawing/2014/main" id="{38472847-DEAC-37B8-F1FE-103CD75DB0EF}"/>
                </a:ext>
              </a:extLst>
            </p:cNvPr>
            <p:cNvGrpSpPr/>
            <p:nvPr/>
          </p:nvGrpSpPr>
          <p:grpSpPr>
            <a:xfrm>
              <a:off x="2194582" y="2419349"/>
              <a:ext cx="801030" cy="762000"/>
              <a:chOff x="2194582" y="2419349"/>
              <a:chExt cx="801030" cy="762000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8B0BB9CF-BF79-A38F-E63E-56E0B14BFC08}"/>
                  </a:ext>
                </a:extLst>
              </p:cNvPr>
              <p:cNvSpPr/>
              <p:nvPr/>
            </p:nvSpPr>
            <p:spPr>
              <a:xfrm>
                <a:off x="2233612" y="2419349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F1A214F-DADE-91D1-EEF8-7CBE1D53055A}"/>
                  </a:ext>
                </a:extLst>
              </p:cNvPr>
              <p:cNvSpPr txBox="1"/>
              <p:nvPr/>
            </p:nvSpPr>
            <p:spPr>
              <a:xfrm>
                <a:off x="2414485" y="2623300"/>
                <a:ext cx="377026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1FB4E21-97C0-B5C9-59C4-C19547046107}"/>
                  </a:ext>
                </a:extLst>
              </p:cNvPr>
              <p:cNvSpPr txBox="1"/>
              <p:nvPr/>
            </p:nvSpPr>
            <p:spPr>
              <a:xfrm>
                <a:off x="2194582" y="2755970"/>
                <a:ext cx="78739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Supervision</a:t>
                </a:r>
              </a:p>
            </p:txBody>
          </p:sp>
        </p:grpSp>
        <p:grpSp>
          <p:nvGrpSpPr>
            <p:cNvPr id="87" name="Graphic 4">
              <a:extLst>
                <a:ext uri="{FF2B5EF4-FFF2-40B4-BE49-F238E27FC236}">
                  <a16:creationId xmlns:a16="http://schemas.microsoft.com/office/drawing/2014/main" id="{BF64425E-4633-E4DB-AB6D-1E66F8873A95}"/>
                </a:ext>
              </a:extLst>
            </p:cNvPr>
            <p:cNvGrpSpPr/>
            <p:nvPr/>
          </p:nvGrpSpPr>
          <p:grpSpPr>
            <a:xfrm>
              <a:off x="3609975" y="6224587"/>
              <a:ext cx="576778" cy="310239"/>
              <a:chOff x="3609975" y="6224587"/>
              <a:chExt cx="576778" cy="310239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945C6A57-47DB-B243-36CE-DFC22D28C0BC}"/>
                  </a:ext>
                </a:extLst>
              </p:cNvPr>
              <p:cNvSpPr/>
              <p:nvPr/>
            </p:nvSpPr>
            <p:spPr>
              <a:xfrm>
                <a:off x="3609975" y="622458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A52C631-B7AB-8BA0-04AC-347167320919}"/>
                  </a:ext>
                </a:extLst>
              </p:cNvPr>
              <p:cNvSpPr txBox="1"/>
              <p:nvPr/>
            </p:nvSpPr>
            <p:spPr>
              <a:xfrm>
                <a:off x="3630190" y="6303994"/>
                <a:ext cx="556563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Faculty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0466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4">
            <a:extLst>
              <a:ext uri="{FF2B5EF4-FFF2-40B4-BE49-F238E27FC236}">
                <a16:creationId xmlns:a16="http://schemas.microsoft.com/office/drawing/2014/main" id="{B3B71641-8043-1A6E-8AFA-8A76B1798E1A}"/>
              </a:ext>
            </a:extLst>
          </p:cNvPr>
          <p:cNvGrpSpPr/>
          <p:nvPr/>
        </p:nvGrpSpPr>
        <p:grpSpPr>
          <a:xfrm>
            <a:off x="1765476" y="1376349"/>
            <a:ext cx="9261149" cy="6839002"/>
            <a:chOff x="1460675" y="4749"/>
            <a:chExt cx="9261149" cy="683900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F0FB0CB-B5F7-7CF9-A180-97ED79371A1D}"/>
                </a:ext>
              </a:extLst>
            </p:cNvPr>
            <p:cNvSpPr/>
            <p:nvPr/>
          </p:nvSpPr>
          <p:spPr>
            <a:xfrm>
              <a:off x="6732406" y="3424250"/>
              <a:ext cx="9498" cy="284958"/>
            </a:xfrm>
            <a:custGeom>
              <a:avLst/>
              <a:gdLst>
                <a:gd name="csX0" fmla="*/ 1 w 9498"/>
                <a:gd name="csY0" fmla="*/ 1 h 284958"/>
                <a:gd name="csX1" fmla="*/ 1 w 9498"/>
                <a:gd name="csY1" fmla="*/ 189973 h 284958"/>
                <a:gd name="csX2" fmla="*/ 1 w 9498"/>
                <a:gd name="csY2" fmla="*/ 94987 h 284958"/>
                <a:gd name="csX3" fmla="*/ 1 w 9498"/>
                <a:gd name="csY3" fmla="*/ 284959 h 284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498" h="284958">
                  <a:moveTo>
                    <a:pt x="1" y="1"/>
                  </a:moveTo>
                  <a:lnTo>
                    <a:pt x="1" y="189973"/>
                  </a:lnTo>
                  <a:lnTo>
                    <a:pt x="1" y="94987"/>
                  </a:lnTo>
                  <a:lnTo>
                    <a:pt x="1" y="284959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81A90350-298C-B2A9-544C-E6DC5D42B884}"/>
                </a:ext>
              </a:extLst>
            </p:cNvPr>
            <p:cNvGrpSpPr/>
            <p:nvPr/>
          </p:nvGrpSpPr>
          <p:grpSpPr>
            <a:xfrm>
              <a:off x="6162489" y="2854333"/>
              <a:ext cx="1139833" cy="569916"/>
              <a:chOff x="6162489" y="2854333"/>
              <a:chExt cx="1139833" cy="56991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ECEB2E6-7B96-AC88-FC02-A9AC649D4BDE}"/>
                  </a:ext>
                </a:extLst>
              </p:cNvPr>
              <p:cNvSpPr/>
              <p:nvPr/>
            </p:nvSpPr>
            <p:spPr>
              <a:xfrm>
                <a:off x="6162489" y="2854333"/>
                <a:ext cx="1139833" cy="569916"/>
              </a:xfrm>
              <a:prstGeom prst="rect">
                <a:avLst/>
              </a:pr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4D1AEB-4298-EEDC-2F40-9EA2AB2A1C80}"/>
                  </a:ext>
                </a:extLst>
              </p:cNvPr>
              <p:cNvSpPr txBox="1"/>
              <p:nvPr/>
            </p:nvSpPr>
            <p:spPr>
              <a:xfrm>
                <a:off x="6452581" y="3023631"/>
                <a:ext cx="55015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Person</a:t>
                </a:r>
              </a:p>
            </p:txBody>
          </p: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6F02151-7586-A306-D2A6-ACD500AFF1A2}"/>
                </a:ext>
              </a:extLst>
            </p:cNvPr>
            <p:cNvSpPr/>
            <p:nvPr/>
          </p:nvSpPr>
          <p:spPr>
            <a:xfrm>
              <a:off x="6732406" y="4279126"/>
              <a:ext cx="379944" cy="284958"/>
            </a:xfrm>
            <a:custGeom>
              <a:avLst/>
              <a:gdLst>
                <a:gd name="csX0" fmla="*/ 1 w 379944"/>
                <a:gd name="csY0" fmla="*/ 1 h 284958"/>
                <a:gd name="csX1" fmla="*/ 379945 w 379944"/>
                <a:gd name="csY1" fmla="*/ 1 h 284958"/>
                <a:gd name="csX2" fmla="*/ 379945 w 379944"/>
                <a:gd name="csY2" fmla="*/ 284959 h 284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9944" h="284958">
                  <a:moveTo>
                    <a:pt x="1" y="1"/>
                  </a:moveTo>
                  <a:lnTo>
                    <a:pt x="379945" y="1"/>
                  </a:lnTo>
                  <a:lnTo>
                    <a:pt x="379945" y="284959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DEB4C4-A544-5DEB-47FC-75190D0E182A}"/>
                </a:ext>
              </a:extLst>
            </p:cNvPr>
            <p:cNvSpPr/>
            <p:nvPr/>
          </p:nvSpPr>
          <p:spPr>
            <a:xfrm>
              <a:off x="6352462" y="4279126"/>
              <a:ext cx="379944" cy="284958"/>
            </a:xfrm>
            <a:custGeom>
              <a:avLst/>
              <a:gdLst>
                <a:gd name="csX0" fmla="*/ 379945 w 379944"/>
                <a:gd name="csY0" fmla="*/ 1 h 284958"/>
                <a:gd name="csX1" fmla="*/ 1 w 379944"/>
                <a:gd name="csY1" fmla="*/ 1 h 284958"/>
                <a:gd name="csX2" fmla="*/ 1 w 379944"/>
                <a:gd name="csY2" fmla="*/ 284959 h 284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9944" h="284958">
                  <a:moveTo>
                    <a:pt x="379945" y="1"/>
                  </a:moveTo>
                  <a:lnTo>
                    <a:pt x="1" y="1"/>
                  </a:lnTo>
                  <a:lnTo>
                    <a:pt x="1" y="284959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" name="Graphic 4">
              <a:extLst>
                <a:ext uri="{FF2B5EF4-FFF2-40B4-BE49-F238E27FC236}">
                  <a16:creationId xmlns:a16="http://schemas.microsoft.com/office/drawing/2014/main" id="{C2D961AC-1EF9-DECF-01C2-F1B6111A56CB}"/>
                </a:ext>
              </a:extLst>
            </p:cNvPr>
            <p:cNvGrpSpPr/>
            <p:nvPr/>
          </p:nvGrpSpPr>
          <p:grpSpPr>
            <a:xfrm>
              <a:off x="6352461" y="3709209"/>
              <a:ext cx="759889" cy="569916"/>
              <a:chOff x="6352461" y="3709209"/>
              <a:chExt cx="759889" cy="569916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4CA8EEF-2DD4-9C1C-FEB6-E30ABF255AB6}"/>
                  </a:ext>
                </a:extLst>
              </p:cNvPr>
              <p:cNvSpPr/>
              <p:nvPr/>
            </p:nvSpPr>
            <p:spPr>
              <a:xfrm rot="-5400000">
                <a:off x="6447448" y="3614222"/>
                <a:ext cx="569916" cy="759889"/>
              </a:xfrm>
              <a:custGeom>
                <a:avLst/>
                <a:gdLst>
                  <a:gd name="csX0" fmla="*/ 1 w 569916"/>
                  <a:gd name="csY0" fmla="*/ 1 h 759889"/>
                  <a:gd name="csX1" fmla="*/ 569917 w 569916"/>
                  <a:gd name="csY1" fmla="*/ 379945 h 759889"/>
                  <a:gd name="csX2" fmla="*/ 1 w 569916"/>
                  <a:gd name="csY2" fmla="*/ 759890 h 7598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69916" h="759889">
                    <a:moveTo>
                      <a:pt x="1" y="1"/>
                    </a:moveTo>
                    <a:lnTo>
                      <a:pt x="569917" y="379945"/>
                    </a:lnTo>
                    <a:lnTo>
                      <a:pt x="1" y="759890"/>
                    </a:lnTo>
                    <a:close/>
                  </a:path>
                </a:pathLst>
              </a:cu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CFC42A-5E1C-56E3-540E-333DD711D39F}"/>
                  </a:ext>
                </a:extLst>
              </p:cNvPr>
              <p:cNvSpPr txBox="1"/>
              <p:nvPr/>
            </p:nvSpPr>
            <p:spPr>
              <a:xfrm rot="16200000">
                <a:off x="6581670" y="3935574"/>
                <a:ext cx="37061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2916F4-66B1-2EE5-3D67-6B16EB9A4B1A}"/>
                </a:ext>
              </a:extLst>
            </p:cNvPr>
            <p:cNvSpPr/>
            <p:nvPr/>
          </p:nvSpPr>
          <p:spPr>
            <a:xfrm>
              <a:off x="7682268" y="5134001"/>
              <a:ext cx="9498" cy="284958"/>
            </a:xfrm>
            <a:custGeom>
              <a:avLst/>
              <a:gdLst>
                <a:gd name="csX0" fmla="*/ 1 w 9498"/>
                <a:gd name="csY0" fmla="*/ 1 h 284958"/>
                <a:gd name="csX1" fmla="*/ 1 w 9498"/>
                <a:gd name="csY1" fmla="*/ 284959 h 284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498" h="284958">
                  <a:moveTo>
                    <a:pt x="1" y="1"/>
                  </a:moveTo>
                  <a:lnTo>
                    <a:pt x="1" y="284959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FCFBE2C-02D6-EEA8-145C-1B407DD78190}"/>
                </a:ext>
              </a:extLst>
            </p:cNvPr>
            <p:cNvSpPr/>
            <p:nvPr/>
          </p:nvSpPr>
          <p:spPr>
            <a:xfrm>
              <a:off x="8252185" y="4279126"/>
              <a:ext cx="1139833" cy="284958"/>
            </a:xfrm>
            <a:custGeom>
              <a:avLst/>
              <a:gdLst>
                <a:gd name="csX0" fmla="*/ 1 w 1139833"/>
                <a:gd name="csY0" fmla="*/ 284959 h 284958"/>
                <a:gd name="csX1" fmla="*/ 1 w 1139833"/>
                <a:gd name="csY1" fmla="*/ 1 h 284958"/>
                <a:gd name="csX2" fmla="*/ 1139834 w 1139833"/>
                <a:gd name="csY2" fmla="*/ 1 h 284958"/>
                <a:gd name="csX3" fmla="*/ 1139834 w 1139833"/>
                <a:gd name="csY3" fmla="*/ 189973 h 284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39833" h="284958">
                  <a:moveTo>
                    <a:pt x="1" y="284959"/>
                  </a:moveTo>
                  <a:lnTo>
                    <a:pt x="1" y="1"/>
                  </a:lnTo>
                  <a:lnTo>
                    <a:pt x="1139834" y="1"/>
                  </a:lnTo>
                  <a:lnTo>
                    <a:pt x="1139834" y="189973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" name="Graphic 4">
              <a:extLst>
                <a:ext uri="{FF2B5EF4-FFF2-40B4-BE49-F238E27FC236}">
                  <a16:creationId xmlns:a16="http://schemas.microsoft.com/office/drawing/2014/main" id="{20C2C77D-F0ED-2411-C4CB-81324E5AF03D}"/>
                </a:ext>
              </a:extLst>
            </p:cNvPr>
            <p:cNvGrpSpPr/>
            <p:nvPr/>
          </p:nvGrpSpPr>
          <p:grpSpPr>
            <a:xfrm>
              <a:off x="8252185" y="5134001"/>
              <a:ext cx="1182577" cy="284958"/>
              <a:chOff x="8252185" y="5134001"/>
              <a:chExt cx="1182577" cy="284958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724D7C4-26AF-A755-23CE-2E3C5ABDF694}"/>
                  </a:ext>
                </a:extLst>
              </p:cNvPr>
              <p:cNvSpPr/>
              <p:nvPr/>
            </p:nvSpPr>
            <p:spPr>
              <a:xfrm>
                <a:off x="8252185" y="5134001"/>
                <a:ext cx="1139833" cy="284958"/>
              </a:xfrm>
              <a:custGeom>
                <a:avLst/>
                <a:gdLst>
                  <a:gd name="csX0" fmla="*/ 1 w 1139833"/>
                  <a:gd name="csY0" fmla="*/ 1 h 284958"/>
                  <a:gd name="csX1" fmla="*/ 1 w 1139833"/>
                  <a:gd name="csY1" fmla="*/ 284959 h 284958"/>
                  <a:gd name="csX2" fmla="*/ 1139834 w 1139833"/>
                  <a:gd name="csY2" fmla="*/ 284959 h 284958"/>
                  <a:gd name="csX3" fmla="*/ 1139834 w 1139833"/>
                  <a:gd name="csY3" fmla="*/ 190922 h 2849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39833" h="284958">
                    <a:moveTo>
                      <a:pt x="1" y="1"/>
                    </a:moveTo>
                    <a:lnTo>
                      <a:pt x="1" y="284959"/>
                    </a:lnTo>
                    <a:lnTo>
                      <a:pt x="1139834" y="284959"/>
                    </a:lnTo>
                    <a:lnTo>
                      <a:pt x="1139834" y="190922"/>
                    </a:lnTo>
                  </a:path>
                </a:pathLst>
              </a:custGeom>
              <a:noFill/>
              <a:ln w="2848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42B537D-9C66-D5D6-4B82-E899C22401DB}"/>
                  </a:ext>
                </a:extLst>
              </p:cNvPr>
              <p:cNvSpPr/>
              <p:nvPr/>
            </p:nvSpPr>
            <p:spPr>
              <a:xfrm>
                <a:off x="9349275" y="5260807"/>
                <a:ext cx="85487" cy="85487"/>
              </a:xfrm>
              <a:custGeom>
                <a:avLst/>
                <a:gdLst>
                  <a:gd name="csX0" fmla="*/ 42744 w 85487"/>
                  <a:gd name="csY0" fmla="*/ 1 h 85487"/>
                  <a:gd name="csX1" fmla="*/ 85488 w 85487"/>
                  <a:gd name="csY1" fmla="*/ 85488 h 85487"/>
                  <a:gd name="csX2" fmla="*/ 42744 w 85487"/>
                  <a:gd name="csY2" fmla="*/ 64116 h 85487"/>
                  <a:gd name="csX3" fmla="*/ 1 w 85487"/>
                  <a:gd name="csY3" fmla="*/ 85488 h 854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487" h="85487">
                    <a:moveTo>
                      <a:pt x="42744" y="1"/>
                    </a:moveTo>
                    <a:lnTo>
                      <a:pt x="85488" y="85488"/>
                    </a:lnTo>
                    <a:lnTo>
                      <a:pt x="42744" y="64116"/>
                    </a:lnTo>
                    <a:lnTo>
                      <a:pt x="1" y="85488"/>
                    </a:lnTo>
                    <a:close/>
                  </a:path>
                </a:pathLst>
              </a:custGeom>
              <a:solidFill>
                <a:srgbClr val="000000"/>
              </a:solidFill>
              <a:ln w="2848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aphic 4">
              <a:extLst>
                <a:ext uri="{FF2B5EF4-FFF2-40B4-BE49-F238E27FC236}">
                  <a16:creationId xmlns:a16="http://schemas.microsoft.com/office/drawing/2014/main" id="{DE22F50E-F0B3-C370-7C9C-CC40B4D38A00}"/>
                </a:ext>
              </a:extLst>
            </p:cNvPr>
            <p:cNvGrpSpPr/>
            <p:nvPr/>
          </p:nvGrpSpPr>
          <p:grpSpPr>
            <a:xfrm>
              <a:off x="7112351" y="4564084"/>
              <a:ext cx="1139833" cy="569916"/>
              <a:chOff x="7112351" y="4564084"/>
              <a:chExt cx="1139833" cy="569916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18186CC-036F-4116-EFD4-01A91B9D9F64}"/>
                  </a:ext>
                </a:extLst>
              </p:cNvPr>
              <p:cNvSpPr/>
              <p:nvPr/>
            </p:nvSpPr>
            <p:spPr>
              <a:xfrm>
                <a:off x="7112351" y="4564084"/>
                <a:ext cx="1139833" cy="569916"/>
              </a:xfrm>
              <a:prstGeom prst="rect">
                <a:avLst/>
              </a:pr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989E40-57D1-6F52-4771-FAFE2B62739F}"/>
                  </a:ext>
                </a:extLst>
              </p:cNvPr>
              <p:cNvSpPr txBox="1"/>
              <p:nvPr/>
            </p:nvSpPr>
            <p:spPr>
              <a:xfrm>
                <a:off x="7328705" y="4733381"/>
                <a:ext cx="69762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4E8F9B4-410E-535F-4107-C79108CBBD40}"/>
                </a:ext>
              </a:extLst>
            </p:cNvPr>
            <p:cNvSpPr/>
            <p:nvPr/>
          </p:nvSpPr>
          <p:spPr>
            <a:xfrm>
              <a:off x="4832683" y="4849042"/>
              <a:ext cx="379944" cy="9498"/>
            </a:xfrm>
            <a:custGeom>
              <a:avLst/>
              <a:gdLst>
                <a:gd name="csX0" fmla="*/ 379945 w 379944"/>
                <a:gd name="csY0" fmla="*/ 1 h 9498"/>
                <a:gd name="csX1" fmla="*/ 1 w 379944"/>
                <a:gd name="csY1" fmla="*/ 1 h 9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9944" h="9498">
                  <a:moveTo>
                    <a:pt x="379945" y="1"/>
                  </a:moveTo>
                  <a:lnTo>
                    <a:pt x="1" y="1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2361D1-DFEC-276D-8661-67D3BC21D867}"/>
                </a:ext>
              </a:extLst>
            </p:cNvPr>
            <p:cNvSpPr/>
            <p:nvPr/>
          </p:nvSpPr>
          <p:spPr>
            <a:xfrm>
              <a:off x="5212628" y="5134001"/>
              <a:ext cx="9498" cy="379944"/>
            </a:xfrm>
            <a:custGeom>
              <a:avLst/>
              <a:gdLst>
                <a:gd name="csX0" fmla="*/ 1 w 9498"/>
                <a:gd name="csY0" fmla="*/ 1 h 379944"/>
                <a:gd name="csX1" fmla="*/ 1 w 9498"/>
                <a:gd name="csY1" fmla="*/ 379945 h 379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498" h="379944">
                  <a:moveTo>
                    <a:pt x="1" y="1"/>
                  </a:moveTo>
                  <a:lnTo>
                    <a:pt x="1" y="379945"/>
                  </a:lnTo>
                </a:path>
              </a:pathLst>
            </a:custGeom>
            <a:noFill/>
            <a:ln w="2848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70A1E47-B01C-8B40-29EB-C3282772CD4F}"/>
                </a:ext>
              </a:extLst>
            </p:cNvPr>
            <p:cNvSpPr/>
            <p:nvPr/>
          </p:nvSpPr>
          <p:spPr>
            <a:xfrm>
              <a:off x="4832683" y="4849042"/>
              <a:ext cx="379944" cy="9498"/>
            </a:xfrm>
            <a:custGeom>
              <a:avLst/>
              <a:gdLst>
                <a:gd name="csX0" fmla="*/ 379945 w 379944"/>
                <a:gd name="csY0" fmla="*/ 1 h 9498"/>
                <a:gd name="csX1" fmla="*/ 1 w 379944"/>
                <a:gd name="csY1" fmla="*/ 1 h 9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9944" h="9498">
                  <a:moveTo>
                    <a:pt x="379945" y="1"/>
                  </a:moveTo>
                  <a:lnTo>
                    <a:pt x="1" y="1"/>
                  </a:lnTo>
                </a:path>
              </a:pathLst>
            </a:custGeom>
            <a:noFill/>
            <a:ln w="2848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270C6016-C0C3-AAEC-00ED-FA5FAC95B5B7}"/>
                </a:ext>
              </a:extLst>
            </p:cNvPr>
            <p:cNvGrpSpPr/>
            <p:nvPr/>
          </p:nvGrpSpPr>
          <p:grpSpPr>
            <a:xfrm>
              <a:off x="5212628" y="4564084"/>
              <a:ext cx="1139833" cy="569916"/>
              <a:chOff x="5212628" y="4564084"/>
              <a:chExt cx="1139833" cy="5699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AA243D5-A26D-6FCD-ECBF-A5BC7B6B6062}"/>
                  </a:ext>
                </a:extLst>
              </p:cNvPr>
              <p:cNvSpPr/>
              <p:nvPr/>
            </p:nvSpPr>
            <p:spPr>
              <a:xfrm>
                <a:off x="5212628" y="4564084"/>
                <a:ext cx="1139833" cy="569916"/>
              </a:xfrm>
              <a:prstGeom prst="rect">
                <a:avLst/>
              </a:pr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B3DE00-9A79-3A4F-6F8A-BB384DFCB6AF}"/>
                  </a:ext>
                </a:extLst>
              </p:cNvPr>
              <p:cNvSpPr txBox="1"/>
              <p:nvPr/>
            </p:nvSpPr>
            <p:spPr>
              <a:xfrm>
                <a:off x="5486690" y="4733381"/>
                <a:ext cx="58221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Student</a:t>
                </a:r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F96027F-D792-B00A-FE8F-CCAABA09DDE3}"/>
                </a:ext>
              </a:extLst>
            </p:cNvPr>
            <p:cNvSpPr/>
            <p:nvPr/>
          </p:nvSpPr>
          <p:spPr>
            <a:xfrm>
              <a:off x="7302323" y="5988876"/>
              <a:ext cx="189972" cy="284958"/>
            </a:xfrm>
            <a:custGeom>
              <a:avLst/>
              <a:gdLst>
                <a:gd name="csX0" fmla="*/ 189973 w 189972"/>
                <a:gd name="csY0" fmla="*/ 1 h 284958"/>
                <a:gd name="csX1" fmla="*/ 1 w 189972"/>
                <a:gd name="csY1" fmla="*/ 1 h 284958"/>
                <a:gd name="csX2" fmla="*/ 1 w 189972"/>
                <a:gd name="csY2" fmla="*/ 284959 h 284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89972" h="284958">
                  <a:moveTo>
                    <a:pt x="189973" y="1"/>
                  </a:moveTo>
                  <a:lnTo>
                    <a:pt x="1" y="1"/>
                  </a:lnTo>
                  <a:lnTo>
                    <a:pt x="1" y="284959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aphic 4">
              <a:extLst>
                <a:ext uri="{FF2B5EF4-FFF2-40B4-BE49-F238E27FC236}">
                  <a16:creationId xmlns:a16="http://schemas.microsoft.com/office/drawing/2014/main" id="{56BA69D7-15D6-A11E-FF9D-3F19ADC47D27}"/>
                </a:ext>
              </a:extLst>
            </p:cNvPr>
            <p:cNvGrpSpPr/>
            <p:nvPr/>
          </p:nvGrpSpPr>
          <p:grpSpPr>
            <a:xfrm>
              <a:off x="7302322" y="5418960"/>
              <a:ext cx="759889" cy="569916"/>
              <a:chOff x="7302322" y="5418960"/>
              <a:chExt cx="759889" cy="569916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3ED978BA-A489-66EC-A9C1-7E055B611C0D}"/>
                  </a:ext>
                </a:extLst>
              </p:cNvPr>
              <p:cNvSpPr/>
              <p:nvPr/>
            </p:nvSpPr>
            <p:spPr>
              <a:xfrm rot="-5400000">
                <a:off x="7397309" y="5323973"/>
                <a:ext cx="569916" cy="759889"/>
              </a:xfrm>
              <a:custGeom>
                <a:avLst/>
                <a:gdLst>
                  <a:gd name="csX0" fmla="*/ 1 w 569916"/>
                  <a:gd name="csY0" fmla="*/ 1 h 759889"/>
                  <a:gd name="csX1" fmla="*/ 569917 w 569916"/>
                  <a:gd name="csY1" fmla="*/ 379945 h 759889"/>
                  <a:gd name="csX2" fmla="*/ 1 w 569916"/>
                  <a:gd name="csY2" fmla="*/ 759890 h 7598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69916" h="759889">
                    <a:moveTo>
                      <a:pt x="1" y="1"/>
                    </a:moveTo>
                    <a:lnTo>
                      <a:pt x="569917" y="379945"/>
                    </a:lnTo>
                    <a:lnTo>
                      <a:pt x="1" y="759890"/>
                    </a:lnTo>
                    <a:close/>
                  </a:path>
                </a:pathLst>
              </a:cu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4A77C1C-6EC6-2EBC-2352-B576E9B78E88}"/>
                  </a:ext>
                </a:extLst>
              </p:cNvPr>
              <p:cNvSpPr txBox="1"/>
              <p:nvPr/>
            </p:nvSpPr>
            <p:spPr>
              <a:xfrm rot="16200000">
                <a:off x="7517390" y="5673150"/>
                <a:ext cx="37061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6D99A92-3C0B-878C-5FF8-5FE7A38112E6}"/>
                </a:ext>
              </a:extLst>
            </p:cNvPr>
            <p:cNvSpPr/>
            <p:nvPr/>
          </p:nvSpPr>
          <p:spPr>
            <a:xfrm>
              <a:off x="3787836" y="4849042"/>
              <a:ext cx="284958" cy="9498"/>
            </a:xfrm>
            <a:custGeom>
              <a:avLst/>
              <a:gdLst>
                <a:gd name="csX0" fmla="*/ 284959 w 284958"/>
                <a:gd name="csY0" fmla="*/ 1 h 9498"/>
                <a:gd name="csX1" fmla="*/ 1 w 284958"/>
                <a:gd name="csY1" fmla="*/ 1 h 9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4958" h="9498">
                  <a:moveTo>
                    <a:pt x="284959" y="1"/>
                  </a:moveTo>
                  <a:lnTo>
                    <a:pt x="1" y="1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aphic 4">
              <a:extLst>
                <a:ext uri="{FF2B5EF4-FFF2-40B4-BE49-F238E27FC236}">
                  <a16:creationId xmlns:a16="http://schemas.microsoft.com/office/drawing/2014/main" id="{49CC7910-79D8-2AF4-D9C7-5A7D27090DAC}"/>
                </a:ext>
              </a:extLst>
            </p:cNvPr>
            <p:cNvGrpSpPr/>
            <p:nvPr/>
          </p:nvGrpSpPr>
          <p:grpSpPr>
            <a:xfrm>
              <a:off x="4072794" y="4469098"/>
              <a:ext cx="759889" cy="759889"/>
              <a:chOff x="4072794" y="4469098"/>
              <a:chExt cx="759889" cy="759889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700B6E76-94E7-582F-15AF-0DF83883174A}"/>
                  </a:ext>
                </a:extLst>
              </p:cNvPr>
              <p:cNvSpPr/>
              <p:nvPr/>
            </p:nvSpPr>
            <p:spPr>
              <a:xfrm>
                <a:off x="4072794" y="4469098"/>
                <a:ext cx="759889" cy="759889"/>
              </a:xfrm>
              <a:custGeom>
                <a:avLst/>
                <a:gdLst>
                  <a:gd name="csX0" fmla="*/ 379945 w 759889"/>
                  <a:gd name="csY0" fmla="*/ 1 h 759889"/>
                  <a:gd name="csX1" fmla="*/ 759890 w 759889"/>
                  <a:gd name="csY1" fmla="*/ 379945 h 759889"/>
                  <a:gd name="csX2" fmla="*/ 379945 w 759889"/>
                  <a:gd name="csY2" fmla="*/ 759890 h 759889"/>
                  <a:gd name="csX3" fmla="*/ 1 w 759889"/>
                  <a:gd name="csY3" fmla="*/ 379945 h 7598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889" h="759889">
                    <a:moveTo>
                      <a:pt x="379945" y="1"/>
                    </a:moveTo>
                    <a:lnTo>
                      <a:pt x="759890" y="379945"/>
                    </a:lnTo>
                    <a:lnTo>
                      <a:pt x="379945" y="759890"/>
                    </a:lnTo>
                    <a:lnTo>
                      <a:pt x="1" y="379945"/>
                    </a:lnTo>
                    <a:close/>
                  </a:path>
                </a:pathLst>
              </a:cu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A8E6AF2-784E-9DE5-6FFA-CB6D7EDA5593}"/>
                  </a:ext>
                </a:extLst>
              </p:cNvPr>
              <p:cNvSpPr txBox="1"/>
              <p:nvPr/>
            </p:nvSpPr>
            <p:spPr>
              <a:xfrm>
                <a:off x="4147573" y="4766831"/>
                <a:ext cx="60785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Enrolled</a:t>
                </a:r>
              </a:p>
            </p:txBody>
          </p:sp>
        </p:grpSp>
        <p:grpSp>
          <p:nvGrpSpPr>
            <p:cNvPr id="39" name="Graphic 4">
              <a:extLst>
                <a:ext uri="{FF2B5EF4-FFF2-40B4-BE49-F238E27FC236}">
                  <a16:creationId xmlns:a16="http://schemas.microsoft.com/office/drawing/2014/main" id="{B2722E87-55AA-E929-1CED-AE716DED6EF0}"/>
                </a:ext>
              </a:extLst>
            </p:cNvPr>
            <p:cNvGrpSpPr/>
            <p:nvPr/>
          </p:nvGrpSpPr>
          <p:grpSpPr>
            <a:xfrm>
              <a:off x="2630317" y="4564084"/>
              <a:ext cx="1165705" cy="569916"/>
              <a:chOff x="2630317" y="4564084"/>
              <a:chExt cx="1165705" cy="569916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EFF3858-28B7-12EC-2252-5EA8A6FE2608}"/>
                  </a:ext>
                </a:extLst>
              </p:cNvPr>
              <p:cNvSpPr/>
              <p:nvPr/>
            </p:nvSpPr>
            <p:spPr>
              <a:xfrm>
                <a:off x="2648002" y="4564084"/>
                <a:ext cx="1139833" cy="569916"/>
              </a:xfrm>
              <a:prstGeom prst="rect">
                <a:avLst/>
              </a:pr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0E78BE3-3B0C-2B5C-45B6-D14764F9EAA5}"/>
                  </a:ext>
                </a:extLst>
              </p:cNvPr>
              <p:cNvSpPr txBox="1"/>
              <p:nvPr/>
            </p:nvSpPr>
            <p:spPr>
              <a:xfrm>
                <a:off x="2630317" y="4733381"/>
                <a:ext cx="116570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Program</a:t>
                </a:r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3ECBF14-FE40-0555-CBA4-A9BA09F821B0}"/>
                </a:ext>
              </a:extLst>
            </p:cNvPr>
            <p:cNvSpPr/>
            <p:nvPr/>
          </p:nvSpPr>
          <p:spPr>
            <a:xfrm>
              <a:off x="1460675" y="3139292"/>
              <a:ext cx="4701814" cy="3609473"/>
            </a:xfrm>
            <a:custGeom>
              <a:avLst/>
              <a:gdLst>
                <a:gd name="csX0" fmla="*/ 4701815 w 4701814"/>
                <a:gd name="csY0" fmla="*/ 3609474 h 3609473"/>
                <a:gd name="csX1" fmla="*/ 1 w 4701814"/>
                <a:gd name="csY1" fmla="*/ 3609474 h 3609473"/>
                <a:gd name="csX2" fmla="*/ 1 w 4701814"/>
                <a:gd name="csY2" fmla="*/ 1 h 3609473"/>
                <a:gd name="csX3" fmla="*/ 189973 w 4701814"/>
                <a:gd name="csY3" fmla="*/ 1 h 36094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01814" h="3609473">
                  <a:moveTo>
                    <a:pt x="4701815" y="3609474"/>
                  </a:moveTo>
                  <a:lnTo>
                    <a:pt x="1" y="3609474"/>
                  </a:lnTo>
                  <a:lnTo>
                    <a:pt x="1" y="1"/>
                  </a:lnTo>
                  <a:lnTo>
                    <a:pt x="189973" y="1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" name="Graphic 4">
              <a:extLst>
                <a:ext uri="{FF2B5EF4-FFF2-40B4-BE49-F238E27FC236}">
                  <a16:creationId xmlns:a16="http://schemas.microsoft.com/office/drawing/2014/main" id="{450FF173-EAA4-326F-49C4-C26AA47DB058}"/>
                </a:ext>
              </a:extLst>
            </p:cNvPr>
            <p:cNvGrpSpPr/>
            <p:nvPr/>
          </p:nvGrpSpPr>
          <p:grpSpPr>
            <a:xfrm>
              <a:off x="6109538" y="6273835"/>
              <a:ext cx="1236237" cy="569916"/>
              <a:chOff x="6109538" y="6273835"/>
              <a:chExt cx="1236237" cy="569916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6F03A12-82FD-C304-6978-F3E7745EF6BB}"/>
                  </a:ext>
                </a:extLst>
              </p:cNvPr>
              <p:cNvSpPr/>
              <p:nvPr/>
            </p:nvSpPr>
            <p:spPr>
              <a:xfrm>
                <a:off x="6162489" y="6273835"/>
                <a:ext cx="1139833" cy="569916"/>
              </a:xfrm>
              <a:prstGeom prst="rect">
                <a:avLst/>
              </a:pr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4A40D3F-87F5-D9EF-7787-0CF69B0FE256}"/>
                  </a:ext>
                </a:extLst>
              </p:cNvPr>
              <p:cNvSpPr txBox="1"/>
              <p:nvPr/>
            </p:nvSpPr>
            <p:spPr>
              <a:xfrm>
                <a:off x="6109538" y="6443132"/>
                <a:ext cx="123623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Employee</a:t>
                </a:r>
              </a:p>
            </p:txBody>
          </p:sp>
        </p:grpSp>
        <p:grpSp>
          <p:nvGrpSpPr>
            <p:cNvPr id="46" name="Graphic 4">
              <a:extLst>
                <a:ext uri="{FF2B5EF4-FFF2-40B4-BE49-F238E27FC236}">
                  <a16:creationId xmlns:a16="http://schemas.microsoft.com/office/drawing/2014/main" id="{DEB9A84E-D405-EBBB-8FA5-17A7817B4FA5}"/>
                </a:ext>
              </a:extLst>
            </p:cNvPr>
            <p:cNvGrpSpPr/>
            <p:nvPr/>
          </p:nvGrpSpPr>
          <p:grpSpPr>
            <a:xfrm>
              <a:off x="8062212" y="6273835"/>
              <a:ext cx="1139833" cy="569916"/>
              <a:chOff x="8062212" y="6273835"/>
              <a:chExt cx="1139833" cy="569916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B18D52D-31AB-1EFF-37DD-AB50024515E2}"/>
                  </a:ext>
                </a:extLst>
              </p:cNvPr>
              <p:cNvSpPr/>
              <p:nvPr/>
            </p:nvSpPr>
            <p:spPr>
              <a:xfrm>
                <a:off x="8062212" y="6273835"/>
                <a:ext cx="1139833" cy="569916"/>
              </a:xfrm>
              <a:prstGeom prst="rect">
                <a:avLst/>
              </a:pr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C842598-BA2E-C67F-CE89-9887AC3F8444}"/>
                  </a:ext>
                </a:extLst>
              </p:cNvPr>
              <p:cNvSpPr txBox="1"/>
              <p:nvPr/>
            </p:nvSpPr>
            <p:spPr>
              <a:xfrm>
                <a:off x="8156738" y="6376642"/>
                <a:ext cx="94128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Non-Academic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DCDA43B-7CFD-D7D1-9497-13A93F7296E1}"/>
                  </a:ext>
                </a:extLst>
              </p:cNvPr>
              <p:cNvSpPr txBox="1"/>
              <p:nvPr/>
            </p:nvSpPr>
            <p:spPr>
              <a:xfrm>
                <a:off x="8278567" y="6509622"/>
                <a:ext cx="69762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F317743-5EAE-A5A1-616C-CB3424C9FACA}"/>
                </a:ext>
              </a:extLst>
            </p:cNvPr>
            <p:cNvSpPr/>
            <p:nvPr/>
          </p:nvSpPr>
          <p:spPr>
            <a:xfrm>
              <a:off x="7872240" y="5988876"/>
              <a:ext cx="212769" cy="333401"/>
            </a:xfrm>
            <a:custGeom>
              <a:avLst/>
              <a:gdLst>
                <a:gd name="csX0" fmla="*/ 1 w 212769"/>
                <a:gd name="csY0" fmla="*/ 1 h 333401"/>
                <a:gd name="csX1" fmla="*/ 212770 w 212769"/>
                <a:gd name="csY1" fmla="*/ 1 h 333401"/>
                <a:gd name="csX2" fmla="*/ 212770 w 212769"/>
                <a:gd name="csY2" fmla="*/ 333402 h 333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12769" h="333401">
                  <a:moveTo>
                    <a:pt x="1" y="1"/>
                  </a:moveTo>
                  <a:lnTo>
                    <a:pt x="212770" y="1"/>
                  </a:lnTo>
                  <a:lnTo>
                    <a:pt x="212770" y="333402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1" name="Graphic 4">
              <a:extLst>
                <a:ext uri="{FF2B5EF4-FFF2-40B4-BE49-F238E27FC236}">
                  <a16:creationId xmlns:a16="http://schemas.microsoft.com/office/drawing/2014/main" id="{279598C5-9671-E771-6706-15C17751D24D}"/>
                </a:ext>
              </a:extLst>
            </p:cNvPr>
            <p:cNvGrpSpPr/>
            <p:nvPr/>
          </p:nvGrpSpPr>
          <p:grpSpPr>
            <a:xfrm>
              <a:off x="9012074" y="4469098"/>
              <a:ext cx="759889" cy="759889"/>
              <a:chOff x="9012074" y="4469098"/>
              <a:chExt cx="759889" cy="759889"/>
            </a:xfrm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C9E1A33-480D-D1A0-CEFA-ACF18FD4A4B4}"/>
                  </a:ext>
                </a:extLst>
              </p:cNvPr>
              <p:cNvSpPr/>
              <p:nvPr/>
            </p:nvSpPr>
            <p:spPr>
              <a:xfrm>
                <a:off x="9012074" y="4469098"/>
                <a:ext cx="759889" cy="759889"/>
              </a:xfrm>
              <a:custGeom>
                <a:avLst/>
                <a:gdLst>
                  <a:gd name="csX0" fmla="*/ 379945 w 759889"/>
                  <a:gd name="csY0" fmla="*/ 1 h 759889"/>
                  <a:gd name="csX1" fmla="*/ 759890 w 759889"/>
                  <a:gd name="csY1" fmla="*/ 379945 h 759889"/>
                  <a:gd name="csX2" fmla="*/ 379945 w 759889"/>
                  <a:gd name="csY2" fmla="*/ 759890 h 759889"/>
                  <a:gd name="csX3" fmla="*/ 1 w 759889"/>
                  <a:gd name="csY3" fmla="*/ 379945 h 7598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889" h="759889">
                    <a:moveTo>
                      <a:pt x="379945" y="1"/>
                    </a:moveTo>
                    <a:lnTo>
                      <a:pt x="759890" y="379945"/>
                    </a:lnTo>
                    <a:lnTo>
                      <a:pt x="379945" y="759890"/>
                    </a:lnTo>
                    <a:lnTo>
                      <a:pt x="1" y="379945"/>
                    </a:lnTo>
                    <a:close/>
                  </a:path>
                </a:pathLst>
              </a:cu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E5B8C84-86FC-155A-6A5F-5D2FAD4D83C0}"/>
                  </a:ext>
                </a:extLst>
              </p:cNvPr>
              <p:cNvSpPr txBox="1"/>
              <p:nvPr/>
            </p:nvSpPr>
            <p:spPr>
              <a:xfrm>
                <a:off x="9016627" y="4783003"/>
                <a:ext cx="755336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Reports To</a:t>
                </a:r>
              </a:p>
            </p:txBody>
          </p:sp>
        </p:grp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3ABE22B-0FF7-0580-3ECE-F262BD9D9842}"/>
                </a:ext>
              </a:extLst>
            </p:cNvPr>
            <p:cNvSpPr/>
            <p:nvPr/>
          </p:nvSpPr>
          <p:spPr>
            <a:xfrm>
              <a:off x="5212628" y="6273835"/>
              <a:ext cx="949861" cy="284958"/>
            </a:xfrm>
            <a:custGeom>
              <a:avLst/>
              <a:gdLst>
                <a:gd name="csX0" fmla="*/ 1 w 949861"/>
                <a:gd name="csY0" fmla="*/ 1 h 284958"/>
                <a:gd name="csX1" fmla="*/ 1 w 949861"/>
                <a:gd name="csY1" fmla="*/ 284959 h 284958"/>
                <a:gd name="csX2" fmla="*/ 949862 w 949861"/>
                <a:gd name="csY2" fmla="*/ 284959 h 284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49861" h="284958">
                  <a:moveTo>
                    <a:pt x="1" y="1"/>
                  </a:moveTo>
                  <a:lnTo>
                    <a:pt x="1" y="284959"/>
                  </a:lnTo>
                  <a:lnTo>
                    <a:pt x="949862" y="284959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5" name="Graphic 4">
              <a:extLst>
                <a:ext uri="{FF2B5EF4-FFF2-40B4-BE49-F238E27FC236}">
                  <a16:creationId xmlns:a16="http://schemas.microsoft.com/office/drawing/2014/main" id="{03D850D7-8C8C-5CC2-9A33-C5A78363DA59}"/>
                </a:ext>
              </a:extLst>
            </p:cNvPr>
            <p:cNvGrpSpPr/>
            <p:nvPr/>
          </p:nvGrpSpPr>
          <p:grpSpPr>
            <a:xfrm>
              <a:off x="4805916" y="5513945"/>
              <a:ext cx="786656" cy="759889"/>
              <a:chOff x="4805916" y="5513945"/>
              <a:chExt cx="786656" cy="759889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01C29B50-F248-54CB-1A48-302CBAA6A474}"/>
                  </a:ext>
                </a:extLst>
              </p:cNvPr>
              <p:cNvSpPr/>
              <p:nvPr/>
            </p:nvSpPr>
            <p:spPr>
              <a:xfrm>
                <a:off x="4832683" y="5513945"/>
                <a:ext cx="759889" cy="759889"/>
              </a:xfrm>
              <a:custGeom>
                <a:avLst/>
                <a:gdLst>
                  <a:gd name="csX0" fmla="*/ 379945 w 759889"/>
                  <a:gd name="csY0" fmla="*/ 1 h 759889"/>
                  <a:gd name="csX1" fmla="*/ 759890 w 759889"/>
                  <a:gd name="csY1" fmla="*/ 379945 h 759889"/>
                  <a:gd name="csX2" fmla="*/ 379945 w 759889"/>
                  <a:gd name="csY2" fmla="*/ 759890 h 759889"/>
                  <a:gd name="csX3" fmla="*/ 1 w 759889"/>
                  <a:gd name="csY3" fmla="*/ 379945 h 7598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889" h="759889">
                    <a:moveTo>
                      <a:pt x="379945" y="1"/>
                    </a:moveTo>
                    <a:lnTo>
                      <a:pt x="759890" y="379945"/>
                    </a:lnTo>
                    <a:lnTo>
                      <a:pt x="379945" y="759890"/>
                    </a:lnTo>
                    <a:lnTo>
                      <a:pt x="1" y="379945"/>
                    </a:lnTo>
                    <a:close/>
                  </a:path>
                </a:pathLst>
              </a:cu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7220ED8-CC47-7EA5-16F1-77C616AEE75D}"/>
                  </a:ext>
                </a:extLst>
              </p:cNvPr>
              <p:cNvSpPr txBox="1"/>
              <p:nvPr/>
            </p:nvSpPr>
            <p:spPr>
              <a:xfrm>
                <a:off x="4805916" y="5767543"/>
                <a:ext cx="76174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Supervised</a:t>
                </a:r>
              </a:p>
            </p:txBody>
          </p:sp>
        </p:grpSp>
        <p:grpSp>
          <p:nvGrpSpPr>
            <p:cNvPr id="58" name="Graphic 4">
              <a:extLst>
                <a:ext uri="{FF2B5EF4-FFF2-40B4-BE49-F238E27FC236}">
                  <a16:creationId xmlns:a16="http://schemas.microsoft.com/office/drawing/2014/main" id="{7172DB21-E2F5-E829-F8C9-5624865F9D4D}"/>
                </a:ext>
              </a:extLst>
            </p:cNvPr>
            <p:cNvGrpSpPr/>
            <p:nvPr/>
          </p:nvGrpSpPr>
          <p:grpSpPr>
            <a:xfrm>
              <a:off x="8437408" y="3989418"/>
              <a:ext cx="759889" cy="284958"/>
              <a:chOff x="8437408" y="3989418"/>
              <a:chExt cx="759889" cy="284958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325041A-F4C2-3076-8139-0E24BDD3FB77}"/>
                  </a:ext>
                </a:extLst>
              </p:cNvPr>
              <p:cNvSpPr/>
              <p:nvPr/>
            </p:nvSpPr>
            <p:spPr>
              <a:xfrm>
                <a:off x="8437408" y="3989418"/>
                <a:ext cx="759889" cy="284958"/>
              </a:xfrm>
              <a:prstGeom prst="rect">
                <a:avLst/>
              </a:prstGeom>
              <a:noFill/>
              <a:ln w="949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D0E3C25-42E6-8608-A3D1-D2DED8219C26}"/>
                  </a:ext>
                </a:extLst>
              </p:cNvPr>
              <p:cNvSpPr txBox="1"/>
              <p:nvPr/>
            </p:nvSpPr>
            <p:spPr>
              <a:xfrm>
                <a:off x="8449303" y="4020985"/>
                <a:ext cx="73609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Supervisor</a:t>
                </a:r>
              </a:p>
            </p:txBody>
          </p:sp>
        </p:grpSp>
        <p:grpSp>
          <p:nvGrpSpPr>
            <p:cNvPr id="61" name="Graphic 4">
              <a:extLst>
                <a:ext uri="{FF2B5EF4-FFF2-40B4-BE49-F238E27FC236}">
                  <a16:creationId xmlns:a16="http://schemas.microsoft.com/office/drawing/2014/main" id="{160BA894-73D3-FC76-0B40-0707F64D87EA}"/>
                </a:ext>
              </a:extLst>
            </p:cNvPr>
            <p:cNvGrpSpPr/>
            <p:nvPr/>
          </p:nvGrpSpPr>
          <p:grpSpPr>
            <a:xfrm>
              <a:off x="8436479" y="5414210"/>
              <a:ext cx="761747" cy="284958"/>
              <a:chOff x="8436479" y="5414210"/>
              <a:chExt cx="761747" cy="28495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C34E005-8E57-7747-0DEE-4AD54E2E6AA2}"/>
                  </a:ext>
                </a:extLst>
              </p:cNvPr>
              <p:cNvSpPr/>
              <p:nvPr/>
            </p:nvSpPr>
            <p:spPr>
              <a:xfrm>
                <a:off x="8437408" y="5414210"/>
                <a:ext cx="759889" cy="284958"/>
              </a:xfrm>
              <a:prstGeom prst="rect">
                <a:avLst/>
              </a:prstGeom>
              <a:noFill/>
              <a:ln w="949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487F9A9-9600-5913-7187-DCFFAE0A5195}"/>
                  </a:ext>
                </a:extLst>
              </p:cNvPr>
              <p:cNvSpPr txBox="1"/>
              <p:nvPr/>
            </p:nvSpPr>
            <p:spPr>
              <a:xfrm>
                <a:off x="8436479" y="5445778"/>
                <a:ext cx="76174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Supervisee</a:t>
                </a:r>
              </a:p>
            </p:txBody>
          </p:sp>
        </p:grp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9B384E1-A667-0FEF-FC94-8CF9170146A5}"/>
                </a:ext>
              </a:extLst>
            </p:cNvPr>
            <p:cNvSpPr/>
            <p:nvPr/>
          </p:nvSpPr>
          <p:spPr>
            <a:xfrm>
              <a:off x="3692849" y="2474389"/>
              <a:ext cx="9498" cy="379944"/>
            </a:xfrm>
            <a:custGeom>
              <a:avLst/>
              <a:gdLst>
                <a:gd name="csX0" fmla="*/ 1 w 9498"/>
                <a:gd name="csY0" fmla="*/ 379945 h 379944"/>
                <a:gd name="csX1" fmla="*/ 1 w 9498"/>
                <a:gd name="csY1" fmla="*/ 1 h 379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498" h="379944">
                  <a:moveTo>
                    <a:pt x="1" y="379945"/>
                  </a:moveTo>
                  <a:lnTo>
                    <a:pt x="1" y="1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5" name="Graphic 4">
              <a:extLst>
                <a:ext uri="{FF2B5EF4-FFF2-40B4-BE49-F238E27FC236}">
                  <a16:creationId xmlns:a16="http://schemas.microsoft.com/office/drawing/2014/main" id="{045ADD3E-E3E8-00EC-9ED5-6F0AFE71D54A}"/>
                </a:ext>
              </a:extLst>
            </p:cNvPr>
            <p:cNvGrpSpPr/>
            <p:nvPr/>
          </p:nvGrpSpPr>
          <p:grpSpPr>
            <a:xfrm>
              <a:off x="2442357" y="3096548"/>
              <a:ext cx="680575" cy="85487"/>
              <a:chOff x="2442357" y="3096548"/>
              <a:chExt cx="680575" cy="85487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F2411D69-65EE-4060-A18D-DE8E2BEAE998}"/>
                  </a:ext>
                </a:extLst>
              </p:cNvPr>
              <p:cNvSpPr/>
              <p:nvPr/>
            </p:nvSpPr>
            <p:spPr>
              <a:xfrm>
                <a:off x="2506472" y="3139292"/>
                <a:ext cx="616460" cy="9498"/>
              </a:xfrm>
              <a:custGeom>
                <a:avLst/>
                <a:gdLst>
                  <a:gd name="csX0" fmla="*/ 616461 w 616460"/>
                  <a:gd name="csY0" fmla="*/ 1 h 9498"/>
                  <a:gd name="csX1" fmla="*/ 1 w 616460"/>
                  <a:gd name="csY1" fmla="*/ 1 h 94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16460" h="9498">
                    <a:moveTo>
                      <a:pt x="616461" y="1"/>
                    </a:moveTo>
                    <a:lnTo>
                      <a:pt x="1" y="1"/>
                    </a:lnTo>
                  </a:path>
                </a:pathLst>
              </a:custGeom>
              <a:noFill/>
              <a:ln w="2848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4850318E-4C60-F853-B99C-8070C723FEB8}"/>
                  </a:ext>
                </a:extLst>
              </p:cNvPr>
              <p:cNvSpPr/>
              <p:nvPr/>
            </p:nvSpPr>
            <p:spPr>
              <a:xfrm>
                <a:off x="2442357" y="3096548"/>
                <a:ext cx="85487" cy="85487"/>
              </a:xfrm>
              <a:custGeom>
                <a:avLst/>
                <a:gdLst>
                  <a:gd name="csX0" fmla="*/ 1 w 85487"/>
                  <a:gd name="csY0" fmla="*/ 42744 h 85487"/>
                  <a:gd name="csX1" fmla="*/ 85488 w 85487"/>
                  <a:gd name="csY1" fmla="*/ 1 h 85487"/>
                  <a:gd name="csX2" fmla="*/ 64116 w 85487"/>
                  <a:gd name="csY2" fmla="*/ 42744 h 85487"/>
                  <a:gd name="csX3" fmla="*/ 85488 w 85487"/>
                  <a:gd name="csY3" fmla="*/ 85488 h 854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487" h="85487">
                    <a:moveTo>
                      <a:pt x="1" y="42744"/>
                    </a:moveTo>
                    <a:lnTo>
                      <a:pt x="85488" y="1"/>
                    </a:lnTo>
                    <a:lnTo>
                      <a:pt x="64116" y="42744"/>
                    </a:lnTo>
                    <a:lnTo>
                      <a:pt x="85488" y="85488"/>
                    </a:lnTo>
                    <a:close/>
                  </a:path>
                </a:pathLst>
              </a:custGeom>
              <a:solidFill>
                <a:srgbClr val="000000"/>
              </a:solidFill>
              <a:ln w="2848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8" name="Graphic 4">
              <a:extLst>
                <a:ext uri="{FF2B5EF4-FFF2-40B4-BE49-F238E27FC236}">
                  <a16:creationId xmlns:a16="http://schemas.microsoft.com/office/drawing/2014/main" id="{B812CBEC-85A5-1E23-0FCA-C71DE376DFC5}"/>
                </a:ext>
              </a:extLst>
            </p:cNvPr>
            <p:cNvGrpSpPr/>
            <p:nvPr/>
          </p:nvGrpSpPr>
          <p:grpSpPr>
            <a:xfrm>
              <a:off x="3122932" y="2854333"/>
              <a:ext cx="1139833" cy="569916"/>
              <a:chOff x="3122932" y="2854333"/>
              <a:chExt cx="1139833" cy="569916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DF4BA5C-C1D6-9D21-840A-FA4AA6D1BFB1}"/>
                  </a:ext>
                </a:extLst>
              </p:cNvPr>
              <p:cNvSpPr/>
              <p:nvPr/>
            </p:nvSpPr>
            <p:spPr>
              <a:xfrm>
                <a:off x="3122932" y="2854333"/>
                <a:ext cx="1139833" cy="569916"/>
              </a:xfrm>
              <a:prstGeom prst="rect">
                <a:avLst/>
              </a:pr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5C31554-E9A4-3CD6-A5F3-0C8E722EB4C3}"/>
                  </a:ext>
                </a:extLst>
              </p:cNvPr>
              <p:cNvSpPr txBox="1"/>
              <p:nvPr/>
            </p:nvSpPr>
            <p:spPr>
              <a:xfrm>
                <a:off x="3320050" y="3023631"/>
                <a:ext cx="73609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Laboratory</a:t>
                </a:r>
              </a:p>
            </p:txBody>
          </p:sp>
        </p:grpSp>
        <p:grpSp>
          <p:nvGrpSpPr>
            <p:cNvPr id="71" name="Graphic 4">
              <a:extLst>
                <a:ext uri="{FF2B5EF4-FFF2-40B4-BE49-F238E27FC236}">
                  <a16:creationId xmlns:a16="http://schemas.microsoft.com/office/drawing/2014/main" id="{5B6ED80D-10AF-B8DB-457F-719251E5C584}"/>
                </a:ext>
              </a:extLst>
            </p:cNvPr>
            <p:cNvGrpSpPr/>
            <p:nvPr/>
          </p:nvGrpSpPr>
          <p:grpSpPr>
            <a:xfrm>
              <a:off x="3312905" y="1714500"/>
              <a:ext cx="759889" cy="759889"/>
              <a:chOff x="3312905" y="1714500"/>
              <a:chExt cx="759889" cy="759889"/>
            </a:xfrm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1A3C01F-CCD7-1A2C-60D4-A4BE1066165A}"/>
                  </a:ext>
                </a:extLst>
              </p:cNvPr>
              <p:cNvSpPr/>
              <p:nvPr/>
            </p:nvSpPr>
            <p:spPr>
              <a:xfrm>
                <a:off x="3312905" y="1714500"/>
                <a:ext cx="759889" cy="759889"/>
              </a:xfrm>
              <a:custGeom>
                <a:avLst/>
                <a:gdLst>
                  <a:gd name="csX0" fmla="*/ 379945 w 759889"/>
                  <a:gd name="csY0" fmla="*/ 1 h 759889"/>
                  <a:gd name="csX1" fmla="*/ 759890 w 759889"/>
                  <a:gd name="csY1" fmla="*/ 379945 h 759889"/>
                  <a:gd name="csX2" fmla="*/ 379945 w 759889"/>
                  <a:gd name="csY2" fmla="*/ 759890 h 759889"/>
                  <a:gd name="csX3" fmla="*/ 1 w 759889"/>
                  <a:gd name="csY3" fmla="*/ 379945 h 7598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889" h="759889">
                    <a:moveTo>
                      <a:pt x="379945" y="1"/>
                    </a:moveTo>
                    <a:lnTo>
                      <a:pt x="759890" y="379945"/>
                    </a:lnTo>
                    <a:lnTo>
                      <a:pt x="379945" y="759890"/>
                    </a:lnTo>
                    <a:lnTo>
                      <a:pt x="1" y="379945"/>
                    </a:lnTo>
                    <a:close/>
                  </a:path>
                </a:pathLst>
              </a:cu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7AC04A9-BC33-D941-380D-2EEC5162FB81}"/>
                  </a:ext>
                </a:extLst>
              </p:cNvPr>
              <p:cNvSpPr txBox="1"/>
              <p:nvPr/>
            </p:nvSpPr>
            <p:spPr>
              <a:xfrm>
                <a:off x="3477145" y="2111764"/>
                <a:ext cx="421910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Host</a:t>
                </a:r>
              </a:p>
            </p:txBody>
          </p:sp>
        </p:grp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82F0A60-0622-F0B7-0C4F-3BE112F387A0}"/>
                </a:ext>
              </a:extLst>
            </p:cNvPr>
            <p:cNvSpPr/>
            <p:nvPr/>
          </p:nvSpPr>
          <p:spPr>
            <a:xfrm>
              <a:off x="3692849" y="1239569"/>
              <a:ext cx="9498" cy="474930"/>
            </a:xfrm>
            <a:custGeom>
              <a:avLst/>
              <a:gdLst>
                <a:gd name="csX0" fmla="*/ 1 w 9498"/>
                <a:gd name="csY0" fmla="*/ 1 h 474930"/>
                <a:gd name="csX1" fmla="*/ 1 w 9498"/>
                <a:gd name="csY1" fmla="*/ 474931 h 4749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498" h="474930">
                  <a:moveTo>
                    <a:pt x="1" y="1"/>
                  </a:moveTo>
                  <a:lnTo>
                    <a:pt x="1" y="474931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5" name="Graphic 4">
              <a:extLst>
                <a:ext uri="{FF2B5EF4-FFF2-40B4-BE49-F238E27FC236}">
                  <a16:creationId xmlns:a16="http://schemas.microsoft.com/office/drawing/2014/main" id="{153BDC74-244E-6BF2-1B52-ABF3FF181B41}"/>
                </a:ext>
              </a:extLst>
            </p:cNvPr>
            <p:cNvGrpSpPr/>
            <p:nvPr/>
          </p:nvGrpSpPr>
          <p:grpSpPr>
            <a:xfrm>
              <a:off x="3122932" y="669652"/>
              <a:ext cx="1139833" cy="569916"/>
              <a:chOff x="3122932" y="669652"/>
              <a:chExt cx="1139833" cy="569916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71220D8-62CE-104A-186E-71B575894615}"/>
                  </a:ext>
                </a:extLst>
              </p:cNvPr>
              <p:cNvSpPr/>
              <p:nvPr/>
            </p:nvSpPr>
            <p:spPr>
              <a:xfrm>
                <a:off x="3122932" y="669652"/>
                <a:ext cx="1139833" cy="569916"/>
              </a:xfrm>
              <a:prstGeom prst="rect">
                <a:avLst/>
              </a:pr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9D7D103-3FAE-5F19-7BA5-C9151ABD27BE}"/>
                  </a:ext>
                </a:extLst>
              </p:cNvPr>
              <p:cNvSpPr txBox="1"/>
              <p:nvPr/>
            </p:nvSpPr>
            <p:spPr>
              <a:xfrm>
                <a:off x="3182192" y="838949"/>
                <a:ext cx="1011816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units</a:t>
                </a:r>
              </a:p>
            </p:txBody>
          </p:sp>
        </p:grp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81AE64B-1F3D-5A07-10B2-D7C14E11C187}"/>
                </a:ext>
              </a:extLst>
            </p:cNvPr>
            <p:cNvSpPr/>
            <p:nvPr/>
          </p:nvSpPr>
          <p:spPr>
            <a:xfrm>
              <a:off x="5592572" y="3139292"/>
              <a:ext cx="569916" cy="9498"/>
            </a:xfrm>
            <a:custGeom>
              <a:avLst/>
              <a:gdLst>
                <a:gd name="csX0" fmla="*/ 1 w 569916"/>
                <a:gd name="csY0" fmla="*/ 1 h 9498"/>
                <a:gd name="csX1" fmla="*/ 569917 w 569916"/>
                <a:gd name="csY1" fmla="*/ 1 h 9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69916" h="9498">
                  <a:moveTo>
                    <a:pt x="1" y="1"/>
                  </a:moveTo>
                  <a:lnTo>
                    <a:pt x="569917" y="1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7B4FF89-E97A-3A88-8693-3CC13671B5E2}"/>
                </a:ext>
              </a:extLst>
            </p:cNvPr>
            <p:cNvSpPr/>
            <p:nvPr/>
          </p:nvSpPr>
          <p:spPr>
            <a:xfrm>
              <a:off x="4262766" y="3139292"/>
              <a:ext cx="569916" cy="9498"/>
            </a:xfrm>
            <a:custGeom>
              <a:avLst/>
              <a:gdLst>
                <a:gd name="csX0" fmla="*/ 569917 w 569916"/>
                <a:gd name="csY0" fmla="*/ 1 h 9498"/>
                <a:gd name="csX1" fmla="*/ 1 w 569916"/>
                <a:gd name="csY1" fmla="*/ 1 h 9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69916" h="9498">
                  <a:moveTo>
                    <a:pt x="569917" y="1"/>
                  </a:moveTo>
                  <a:lnTo>
                    <a:pt x="1" y="1"/>
                  </a:lnTo>
                </a:path>
              </a:pathLst>
            </a:custGeom>
            <a:noFill/>
            <a:ln w="2848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0" name="Graphic 4">
              <a:extLst>
                <a:ext uri="{FF2B5EF4-FFF2-40B4-BE49-F238E27FC236}">
                  <a16:creationId xmlns:a16="http://schemas.microsoft.com/office/drawing/2014/main" id="{3F60BC50-3501-63BE-D4B7-E1565EF0A9FF}"/>
                </a:ext>
              </a:extLst>
            </p:cNvPr>
            <p:cNvGrpSpPr/>
            <p:nvPr/>
          </p:nvGrpSpPr>
          <p:grpSpPr>
            <a:xfrm>
              <a:off x="4832683" y="2759347"/>
              <a:ext cx="759889" cy="759889"/>
              <a:chOff x="4832683" y="2759347"/>
              <a:chExt cx="759889" cy="759889"/>
            </a:xfrm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9E7F38C6-64E1-02C4-DA8C-4D48CAA706A9}"/>
                  </a:ext>
                </a:extLst>
              </p:cNvPr>
              <p:cNvSpPr/>
              <p:nvPr/>
            </p:nvSpPr>
            <p:spPr>
              <a:xfrm>
                <a:off x="4832683" y="2759347"/>
                <a:ext cx="759889" cy="759889"/>
              </a:xfrm>
              <a:custGeom>
                <a:avLst/>
                <a:gdLst>
                  <a:gd name="csX0" fmla="*/ 379945 w 759889"/>
                  <a:gd name="csY0" fmla="*/ 1 h 759889"/>
                  <a:gd name="csX1" fmla="*/ 759890 w 759889"/>
                  <a:gd name="csY1" fmla="*/ 379945 h 759889"/>
                  <a:gd name="csX2" fmla="*/ 379945 w 759889"/>
                  <a:gd name="csY2" fmla="*/ 759890 h 759889"/>
                  <a:gd name="csX3" fmla="*/ 1 w 759889"/>
                  <a:gd name="csY3" fmla="*/ 379945 h 7598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889" h="759889">
                    <a:moveTo>
                      <a:pt x="379945" y="1"/>
                    </a:moveTo>
                    <a:lnTo>
                      <a:pt x="759890" y="379945"/>
                    </a:lnTo>
                    <a:lnTo>
                      <a:pt x="379945" y="759890"/>
                    </a:lnTo>
                    <a:lnTo>
                      <a:pt x="1" y="379945"/>
                    </a:lnTo>
                    <a:close/>
                  </a:path>
                </a:pathLst>
              </a:cu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10F8911-125B-2B24-4F43-04A6C8A39EFA}"/>
                  </a:ext>
                </a:extLst>
              </p:cNvPr>
              <p:cNvSpPr txBox="1"/>
              <p:nvPr/>
            </p:nvSpPr>
            <p:spPr>
              <a:xfrm>
                <a:off x="4952039" y="3156611"/>
                <a:ext cx="51167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Attach</a:t>
                </a:r>
              </a:p>
            </p:txBody>
          </p:sp>
        </p:grpSp>
        <p:grpSp>
          <p:nvGrpSpPr>
            <p:cNvPr id="83" name="Graphic 4">
              <a:extLst>
                <a:ext uri="{FF2B5EF4-FFF2-40B4-BE49-F238E27FC236}">
                  <a16:creationId xmlns:a16="http://schemas.microsoft.com/office/drawing/2014/main" id="{2F9B6BC0-08E9-1AA4-2A24-DA1ADD3C07A2}"/>
                </a:ext>
              </a:extLst>
            </p:cNvPr>
            <p:cNvGrpSpPr/>
            <p:nvPr/>
          </p:nvGrpSpPr>
          <p:grpSpPr>
            <a:xfrm>
              <a:off x="1631710" y="2759347"/>
              <a:ext cx="787395" cy="759889"/>
              <a:chOff x="1631710" y="2759347"/>
              <a:chExt cx="787395" cy="759889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BAE799E9-DF1B-05E1-569B-6C90BA7C6249}"/>
                  </a:ext>
                </a:extLst>
              </p:cNvPr>
              <p:cNvSpPr/>
              <p:nvPr/>
            </p:nvSpPr>
            <p:spPr>
              <a:xfrm>
                <a:off x="1650647" y="2759347"/>
                <a:ext cx="759889" cy="759889"/>
              </a:xfrm>
              <a:custGeom>
                <a:avLst/>
                <a:gdLst>
                  <a:gd name="csX0" fmla="*/ 379945 w 759889"/>
                  <a:gd name="csY0" fmla="*/ 1 h 759889"/>
                  <a:gd name="csX1" fmla="*/ 759890 w 759889"/>
                  <a:gd name="csY1" fmla="*/ 379945 h 759889"/>
                  <a:gd name="csX2" fmla="*/ 379945 w 759889"/>
                  <a:gd name="csY2" fmla="*/ 759890 h 759889"/>
                  <a:gd name="csX3" fmla="*/ 1 w 759889"/>
                  <a:gd name="csY3" fmla="*/ 379945 h 7598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889" h="759889">
                    <a:moveTo>
                      <a:pt x="379945" y="1"/>
                    </a:moveTo>
                    <a:lnTo>
                      <a:pt x="759890" y="379945"/>
                    </a:lnTo>
                    <a:lnTo>
                      <a:pt x="379945" y="759890"/>
                    </a:lnTo>
                    <a:lnTo>
                      <a:pt x="1" y="379945"/>
                    </a:lnTo>
                    <a:close/>
                  </a:path>
                </a:pathLst>
              </a:cu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DAEF386-7A03-6EC7-ED94-1F392BF00CF1}"/>
                  </a:ext>
                </a:extLst>
              </p:cNvPr>
              <p:cNvSpPr txBox="1"/>
              <p:nvPr/>
            </p:nvSpPr>
            <p:spPr>
              <a:xfrm>
                <a:off x="1829856" y="2889740"/>
                <a:ext cx="377026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CC906C9-A6FA-6D20-886F-47C86311DDA0}"/>
                  </a:ext>
                </a:extLst>
              </p:cNvPr>
              <p:cNvSpPr txBox="1"/>
              <p:nvPr/>
            </p:nvSpPr>
            <p:spPr>
              <a:xfrm>
                <a:off x="1631710" y="3052649"/>
                <a:ext cx="78739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Supervision</a:t>
                </a:r>
              </a:p>
            </p:txBody>
          </p:sp>
        </p:grpSp>
        <p:grpSp>
          <p:nvGrpSpPr>
            <p:cNvPr id="87" name="Graphic 4">
              <a:extLst>
                <a:ext uri="{FF2B5EF4-FFF2-40B4-BE49-F238E27FC236}">
                  <a16:creationId xmlns:a16="http://schemas.microsoft.com/office/drawing/2014/main" id="{7F88C350-54BF-8C39-06F6-FA0471D0E05A}"/>
                </a:ext>
              </a:extLst>
            </p:cNvPr>
            <p:cNvGrpSpPr/>
            <p:nvPr/>
          </p:nvGrpSpPr>
          <p:grpSpPr>
            <a:xfrm>
              <a:off x="5877531" y="4749"/>
              <a:ext cx="1139833" cy="569916"/>
              <a:chOff x="5877531" y="4749"/>
              <a:chExt cx="1139833" cy="569916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ACC5B579-C6F1-D621-674D-254EA794BDC4}"/>
                  </a:ext>
                </a:extLst>
              </p:cNvPr>
              <p:cNvSpPr/>
              <p:nvPr/>
            </p:nvSpPr>
            <p:spPr>
              <a:xfrm>
                <a:off x="5877531" y="4749"/>
                <a:ext cx="1139833" cy="569916"/>
              </a:xfrm>
              <a:prstGeom prst="rect">
                <a:avLst/>
              </a:pr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632E3E0-A012-1F65-C001-9A475D60FF43}"/>
                  </a:ext>
                </a:extLst>
              </p:cNvPr>
              <p:cNvSpPr txBox="1"/>
              <p:nvPr/>
            </p:nvSpPr>
            <p:spPr>
              <a:xfrm>
                <a:off x="5907936" y="174046"/>
                <a:ext cx="106952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Research Project</a:t>
                </a:r>
              </a:p>
            </p:txBody>
          </p:sp>
        </p:grp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027B037-9644-24C5-3A6B-4A90AD6C36F6}"/>
                </a:ext>
              </a:extLst>
            </p:cNvPr>
            <p:cNvSpPr/>
            <p:nvPr/>
          </p:nvSpPr>
          <p:spPr>
            <a:xfrm>
              <a:off x="8157198" y="1904472"/>
              <a:ext cx="569916" cy="284958"/>
            </a:xfrm>
            <a:custGeom>
              <a:avLst/>
              <a:gdLst>
                <a:gd name="csX0" fmla="*/ 1 w 569916"/>
                <a:gd name="csY0" fmla="*/ 284959 h 284958"/>
                <a:gd name="csX1" fmla="*/ 569917 w 569916"/>
                <a:gd name="csY1" fmla="*/ 284959 h 284958"/>
                <a:gd name="csX2" fmla="*/ 569917 w 569916"/>
                <a:gd name="csY2" fmla="*/ 1 h 284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69916" h="284958">
                  <a:moveTo>
                    <a:pt x="1" y="284959"/>
                  </a:moveTo>
                  <a:lnTo>
                    <a:pt x="569917" y="284959"/>
                  </a:lnTo>
                  <a:lnTo>
                    <a:pt x="569917" y="1"/>
                  </a:lnTo>
                </a:path>
              </a:pathLst>
            </a:custGeom>
            <a:noFill/>
            <a:ln w="2848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0B9A975-9EF1-F575-9261-34B7DB87D425}"/>
                </a:ext>
              </a:extLst>
            </p:cNvPr>
            <p:cNvSpPr/>
            <p:nvPr/>
          </p:nvSpPr>
          <p:spPr>
            <a:xfrm>
              <a:off x="6827392" y="2379403"/>
              <a:ext cx="759889" cy="474930"/>
            </a:xfrm>
            <a:custGeom>
              <a:avLst/>
              <a:gdLst>
                <a:gd name="csX0" fmla="*/ 759890 w 759889"/>
                <a:gd name="csY0" fmla="*/ 1 h 474930"/>
                <a:gd name="csX1" fmla="*/ 1 w 759889"/>
                <a:gd name="csY1" fmla="*/ 1 h 474930"/>
                <a:gd name="csX2" fmla="*/ 1 w 759889"/>
                <a:gd name="csY2" fmla="*/ 474931 h 4749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59889" h="474930">
                  <a:moveTo>
                    <a:pt x="759890" y="1"/>
                  </a:moveTo>
                  <a:lnTo>
                    <a:pt x="1" y="1"/>
                  </a:lnTo>
                  <a:lnTo>
                    <a:pt x="1" y="474931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2" name="Graphic 4">
              <a:extLst>
                <a:ext uri="{FF2B5EF4-FFF2-40B4-BE49-F238E27FC236}">
                  <a16:creationId xmlns:a16="http://schemas.microsoft.com/office/drawing/2014/main" id="{CFD08BBA-9E81-92AF-7730-98FFF4C821D4}"/>
                </a:ext>
              </a:extLst>
            </p:cNvPr>
            <p:cNvGrpSpPr/>
            <p:nvPr/>
          </p:nvGrpSpPr>
          <p:grpSpPr>
            <a:xfrm>
              <a:off x="7547880" y="1999458"/>
              <a:ext cx="838691" cy="759889"/>
              <a:chOff x="7547880" y="1999458"/>
              <a:chExt cx="838691" cy="759889"/>
            </a:xfrm>
          </p:grpSpPr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C8C6CE2C-8060-D37D-5309-566753B2ACD5}"/>
                  </a:ext>
                </a:extLst>
              </p:cNvPr>
              <p:cNvSpPr/>
              <p:nvPr/>
            </p:nvSpPr>
            <p:spPr>
              <a:xfrm>
                <a:off x="7587282" y="1999458"/>
                <a:ext cx="759889" cy="759889"/>
              </a:xfrm>
              <a:custGeom>
                <a:avLst/>
                <a:gdLst>
                  <a:gd name="csX0" fmla="*/ 379945 w 759889"/>
                  <a:gd name="csY0" fmla="*/ 1 h 759889"/>
                  <a:gd name="csX1" fmla="*/ 759890 w 759889"/>
                  <a:gd name="csY1" fmla="*/ 379945 h 759889"/>
                  <a:gd name="csX2" fmla="*/ 379945 w 759889"/>
                  <a:gd name="csY2" fmla="*/ 759890 h 759889"/>
                  <a:gd name="csX3" fmla="*/ 1 w 759889"/>
                  <a:gd name="csY3" fmla="*/ 379945 h 7598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889" h="759889">
                    <a:moveTo>
                      <a:pt x="379945" y="1"/>
                    </a:moveTo>
                    <a:lnTo>
                      <a:pt x="759890" y="379945"/>
                    </a:lnTo>
                    <a:lnTo>
                      <a:pt x="379945" y="759890"/>
                    </a:lnTo>
                    <a:lnTo>
                      <a:pt x="1" y="379945"/>
                    </a:lnTo>
                    <a:close/>
                  </a:path>
                </a:pathLst>
              </a:cu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9A216D9-427D-21C8-3E9C-0C927C9C72E6}"/>
                  </a:ext>
                </a:extLst>
              </p:cNvPr>
              <p:cNvSpPr txBox="1"/>
              <p:nvPr/>
            </p:nvSpPr>
            <p:spPr>
              <a:xfrm>
                <a:off x="7547880" y="2245240"/>
                <a:ext cx="83869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is_contribute</a:t>
                </a:r>
                <a:endParaRPr lang="en-US" sz="90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FCFD4C6-193A-7E06-53C8-9379CD7DD058}"/>
                </a:ext>
              </a:extLst>
            </p:cNvPr>
            <p:cNvSpPr/>
            <p:nvPr/>
          </p:nvSpPr>
          <p:spPr>
            <a:xfrm>
              <a:off x="9866949" y="1619513"/>
              <a:ext cx="284958" cy="9498"/>
            </a:xfrm>
            <a:custGeom>
              <a:avLst/>
              <a:gdLst>
                <a:gd name="csX0" fmla="*/ 1 w 284958"/>
                <a:gd name="csY0" fmla="*/ 1 h 9498"/>
                <a:gd name="csX1" fmla="*/ 189973 w 284958"/>
                <a:gd name="csY1" fmla="*/ 1 h 9498"/>
                <a:gd name="csX2" fmla="*/ 94987 w 284958"/>
                <a:gd name="csY2" fmla="*/ 1 h 9498"/>
                <a:gd name="csX3" fmla="*/ 284959 w 284958"/>
                <a:gd name="csY3" fmla="*/ 1 h 9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4958" h="9498">
                  <a:moveTo>
                    <a:pt x="1" y="1"/>
                  </a:moveTo>
                  <a:lnTo>
                    <a:pt x="189973" y="1"/>
                  </a:lnTo>
                  <a:lnTo>
                    <a:pt x="94987" y="1"/>
                  </a:lnTo>
                  <a:lnTo>
                    <a:pt x="284959" y="1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8E559B5-B626-6E6C-4362-F6B34EB171C5}"/>
                </a:ext>
              </a:extLst>
            </p:cNvPr>
            <p:cNvSpPr/>
            <p:nvPr/>
          </p:nvSpPr>
          <p:spPr>
            <a:xfrm>
              <a:off x="8347171" y="954610"/>
              <a:ext cx="379944" cy="664903"/>
            </a:xfrm>
            <a:custGeom>
              <a:avLst/>
              <a:gdLst>
                <a:gd name="csX0" fmla="*/ 379945 w 379944"/>
                <a:gd name="csY0" fmla="*/ 664904 h 664903"/>
                <a:gd name="csX1" fmla="*/ 189973 w 379944"/>
                <a:gd name="csY1" fmla="*/ 664904 h 664903"/>
                <a:gd name="csX2" fmla="*/ 189973 w 379944"/>
                <a:gd name="csY2" fmla="*/ 1 h 664903"/>
                <a:gd name="csX3" fmla="*/ 1 w 379944"/>
                <a:gd name="csY3" fmla="*/ 1 h 664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9944" h="664903">
                  <a:moveTo>
                    <a:pt x="379945" y="664904"/>
                  </a:moveTo>
                  <a:lnTo>
                    <a:pt x="189973" y="664904"/>
                  </a:lnTo>
                  <a:lnTo>
                    <a:pt x="189973" y="1"/>
                  </a:lnTo>
                  <a:lnTo>
                    <a:pt x="1" y="1"/>
                  </a:lnTo>
                </a:path>
              </a:pathLst>
            </a:custGeom>
            <a:noFill/>
            <a:ln w="949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7" name="Graphic 4">
              <a:extLst>
                <a:ext uri="{FF2B5EF4-FFF2-40B4-BE49-F238E27FC236}">
                  <a16:creationId xmlns:a16="http://schemas.microsoft.com/office/drawing/2014/main" id="{2DDBE63A-F2D1-6930-D2D2-4348F89890E2}"/>
                </a:ext>
              </a:extLst>
            </p:cNvPr>
            <p:cNvGrpSpPr/>
            <p:nvPr/>
          </p:nvGrpSpPr>
          <p:grpSpPr>
            <a:xfrm>
              <a:off x="8727115" y="1334555"/>
              <a:ext cx="1139833" cy="569916"/>
              <a:chOff x="8727115" y="1334555"/>
              <a:chExt cx="1139833" cy="569916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F7594CCD-2A4F-693B-BA26-4BA74F4B1878}"/>
                  </a:ext>
                </a:extLst>
              </p:cNvPr>
              <p:cNvSpPr/>
              <p:nvPr/>
            </p:nvSpPr>
            <p:spPr>
              <a:xfrm>
                <a:off x="8727115" y="1334555"/>
                <a:ext cx="1139833" cy="569916"/>
              </a:xfrm>
              <a:prstGeom prst="rect">
                <a:avLst/>
              </a:pr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904052B-915C-8D68-41D6-613FAE2BDF28}"/>
                  </a:ext>
                </a:extLst>
              </p:cNvPr>
              <p:cNvSpPr txBox="1"/>
              <p:nvPr/>
            </p:nvSpPr>
            <p:spPr>
              <a:xfrm>
                <a:off x="8888968" y="1503852"/>
                <a:ext cx="80663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Contribution</a:t>
                </a:r>
              </a:p>
            </p:txBody>
          </p:sp>
        </p:grpSp>
        <p:grpSp>
          <p:nvGrpSpPr>
            <p:cNvPr id="100" name="Graphic 4">
              <a:extLst>
                <a:ext uri="{FF2B5EF4-FFF2-40B4-BE49-F238E27FC236}">
                  <a16:creationId xmlns:a16="http://schemas.microsoft.com/office/drawing/2014/main" id="{7D0623BF-E768-9795-AA75-FA4010130165}"/>
                </a:ext>
              </a:extLst>
            </p:cNvPr>
            <p:cNvGrpSpPr/>
            <p:nvPr/>
          </p:nvGrpSpPr>
          <p:grpSpPr>
            <a:xfrm>
              <a:off x="10151908" y="1382048"/>
              <a:ext cx="569916" cy="474930"/>
              <a:chOff x="10151908" y="1382048"/>
              <a:chExt cx="569916" cy="474930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EB89A7EA-7054-631A-9A9A-C143FB79A420}"/>
                  </a:ext>
                </a:extLst>
              </p:cNvPr>
              <p:cNvSpPr/>
              <p:nvPr/>
            </p:nvSpPr>
            <p:spPr>
              <a:xfrm>
                <a:off x="10151908" y="1382048"/>
                <a:ext cx="569916" cy="474930"/>
              </a:xfrm>
              <a:prstGeom prst="ellipse">
                <a:avLst/>
              </a:pr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C062729-C0D4-68DB-B481-8B426CA0E6DC}"/>
                  </a:ext>
                </a:extLst>
              </p:cNvPr>
              <p:cNvSpPr txBox="1"/>
              <p:nvPr/>
            </p:nvSpPr>
            <p:spPr>
              <a:xfrm>
                <a:off x="10225911" y="1520989"/>
                <a:ext cx="421910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Role</a:t>
                </a:r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D7C16E9-3DB8-87DC-BF02-986A43B4FFBE}"/>
                </a:ext>
              </a:extLst>
            </p:cNvPr>
            <p:cNvSpPr/>
            <p:nvPr/>
          </p:nvSpPr>
          <p:spPr>
            <a:xfrm>
              <a:off x="6447448" y="574666"/>
              <a:ext cx="1139833" cy="379944"/>
            </a:xfrm>
            <a:custGeom>
              <a:avLst/>
              <a:gdLst>
                <a:gd name="csX0" fmla="*/ 1139834 w 1139833"/>
                <a:gd name="csY0" fmla="*/ 379945 h 379944"/>
                <a:gd name="csX1" fmla="*/ 1 w 1139833"/>
                <a:gd name="csY1" fmla="*/ 379945 h 379944"/>
                <a:gd name="csX2" fmla="*/ 1 w 1139833"/>
                <a:gd name="csY2" fmla="*/ 1 h 379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39833" h="379944">
                  <a:moveTo>
                    <a:pt x="1139834" y="379945"/>
                  </a:moveTo>
                  <a:lnTo>
                    <a:pt x="1" y="379945"/>
                  </a:lnTo>
                  <a:lnTo>
                    <a:pt x="1" y="1"/>
                  </a:lnTo>
                </a:path>
              </a:pathLst>
            </a:custGeom>
            <a:noFill/>
            <a:ln w="2848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4" name="Graphic 4">
              <a:extLst>
                <a:ext uri="{FF2B5EF4-FFF2-40B4-BE49-F238E27FC236}">
                  <a16:creationId xmlns:a16="http://schemas.microsoft.com/office/drawing/2014/main" id="{227CA30C-82CB-4035-818B-DF4F2CB627E8}"/>
                </a:ext>
              </a:extLst>
            </p:cNvPr>
            <p:cNvGrpSpPr/>
            <p:nvPr/>
          </p:nvGrpSpPr>
          <p:grpSpPr>
            <a:xfrm>
              <a:off x="7543131" y="574666"/>
              <a:ext cx="804040" cy="759889"/>
              <a:chOff x="7543131" y="574666"/>
              <a:chExt cx="804040" cy="759889"/>
            </a:xfrm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C6BD2A1A-69C0-C6E5-30C9-4D01526A7B28}"/>
                  </a:ext>
                </a:extLst>
              </p:cNvPr>
              <p:cNvSpPr/>
              <p:nvPr/>
            </p:nvSpPr>
            <p:spPr>
              <a:xfrm>
                <a:off x="7587282" y="574666"/>
                <a:ext cx="759889" cy="759889"/>
              </a:xfrm>
              <a:custGeom>
                <a:avLst/>
                <a:gdLst>
                  <a:gd name="csX0" fmla="*/ 379945 w 759889"/>
                  <a:gd name="csY0" fmla="*/ 1 h 759889"/>
                  <a:gd name="csX1" fmla="*/ 759890 w 759889"/>
                  <a:gd name="csY1" fmla="*/ 379945 h 759889"/>
                  <a:gd name="csX2" fmla="*/ 379945 w 759889"/>
                  <a:gd name="csY2" fmla="*/ 759890 h 759889"/>
                  <a:gd name="csX3" fmla="*/ 1 w 759889"/>
                  <a:gd name="csY3" fmla="*/ 379945 h 7598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889" h="759889">
                    <a:moveTo>
                      <a:pt x="379945" y="1"/>
                    </a:moveTo>
                    <a:lnTo>
                      <a:pt x="759890" y="379945"/>
                    </a:lnTo>
                    <a:lnTo>
                      <a:pt x="379945" y="759890"/>
                    </a:lnTo>
                    <a:lnTo>
                      <a:pt x="1" y="379945"/>
                    </a:lnTo>
                    <a:close/>
                  </a:path>
                </a:pathLst>
              </a:custGeom>
              <a:solidFill>
                <a:srgbClr val="FFFFFF"/>
              </a:solidFill>
              <a:ln w="949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8985B22-4176-EAE6-401A-E94EC577A993}"/>
                  </a:ext>
                </a:extLst>
              </p:cNvPr>
              <p:cNvSpPr txBox="1"/>
              <p:nvPr/>
            </p:nvSpPr>
            <p:spPr>
              <a:xfrm>
                <a:off x="7543131" y="792570"/>
                <a:ext cx="799058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90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Contrubuted_by</a:t>
                </a:r>
                <a:endParaRPr lang="en-US" sz="90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107" name="Graphic 4">
              <a:extLst>
                <a:ext uri="{FF2B5EF4-FFF2-40B4-BE49-F238E27FC236}">
                  <a16:creationId xmlns:a16="http://schemas.microsoft.com/office/drawing/2014/main" id="{5CF160BB-8C30-C1B8-D98D-B3C54EEA9085}"/>
                </a:ext>
              </a:extLst>
            </p:cNvPr>
            <p:cNvGrpSpPr/>
            <p:nvPr/>
          </p:nvGrpSpPr>
          <p:grpSpPr>
            <a:xfrm>
              <a:off x="3023197" y="6459058"/>
              <a:ext cx="569916" cy="284958"/>
              <a:chOff x="3023197" y="6459058"/>
              <a:chExt cx="569916" cy="284958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570D98BF-A0F7-C141-E9F5-D2869F397458}"/>
                  </a:ext>
                </a:extLst>
              </p:cNvPr>
              <p:cNvSpPr/>
              <p:nvPr/>
            </p:nvSpPr>
            <p:spPr>
              <a:xfrm>
                <a:off x="3023197" y="6459058"/>
                <a:ext cx="569916" cy="284958"/>
              </a:xfrm>
              <a:prstGeom prst="rect">
                <a:avLst/>
              </a:prstGeom>
              <a:noFill/>
              <a:ln w="949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B2FB9D5-8572-FA81-427A-906AFA2DE81E}"/>
                  </a:ext>
                </a:extLst>
              </p:cNvPr>
              <p:cNvSpPr txBox="1"/>
              <p:nvPr/>
            </p:nvSpPr>
            <p:spPr>
              <a:xfrm>
                <a:off x="3029874" y="6490625"/>
                <a:ext cx="556563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Faculty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039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4">
            <a:extLst>
              <a:ext uri="{FF2B5EF4-FFF2-40B4-BE49-F238E27FC236}">
                <a16:creationId xmlns:a16="http://schemas.microsoft.com/office/drawing/2014/main" id="{3EB682C5-3759-5B0A-D5D0-ECA4FA1F3691}"/>
              </a:ext>
            </a:extLst>
          </p:cNvPr>
          <p:cNvGrpSpPr/>
          <p:nvPr/>
        </p:nvGrpSpPr>
        <p:grpSpPr>
          <a:xfrm>
            <a:off x="1109662" y="1747837"/>
            <a:ext cx="10572750" cy="6096000"/>
            <a:chOff x="804862" y="376237"/>
            <a:chExt cx="10572750" cy="609600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02B9266-B377-C570-675A-2E1574A20327}"/>
                </a:ext>
              </a:extLst>
            </p:cNvPr>
            <p:cNvSpPr/>
            <p:nvPr/>
          </p:nvSpPr>
          <p:spPr>
            <a:xfrm>
              <a:off x="6234112" y="2090737"/>
              <a:ext cx="9525" cy="285750"/>
            </a:xfrm>
            <a:custGeom>
              <a:avLst/>
              <a:gdLst>
                <a:gd name="csX0" fmla="*/ 1 w 9525"/>
                <a:gd name="csY0" fmla="*/ 1 h 285750"/>
                <a:gd name="csX1" fmla="*/ 1 w 9525"/>
                <a:gd name="csY1" fmla="*/ 190501 h 285750"/>
                <a:gd name="csX2" fmla="*/ 1 w 9525"/>
                <a:gd name="csY2" fmla="*/ 95251 h 285750"/>
                <a:gd name="csX3" fmla="*/ 1 w 9525"/>
                <a:gd name="csY3" fmla="*/ 28575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525" h="285750">
                  <a:moveTo>
                    <a:pt x="1" y="1"/>
                  </a:moveTo>
                  <a:lnTo>
                    <a:pt x="1" y="190501"/>
                  </a:lnTo>
                  <a:lnTo>
                    <a:pt x="1" y="95251"/>
                  </a:lnTo>
                  <a:lnTo>
                    <a:pt x="1" y="2857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F6A2C26B-C8B9-6F9D-FF9C-80630A92ED36}"/>
                </a:ext>
              </a:extLst>
            </p:cNvPr>
            <p:cNvGrpSpPr/>
            <p:nvPr/>
          </p:nvGrpSpPr>
          <p:grpSpPr>
            <a:xfrm>
              <a:off x="5662612" y="1519237"/>
              <a:ext cx="1143000" cy="571500"/>
              <a:chOff x="5662612" y="1519237"/>
              <a:chExt cx="1143000" cy="5715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686D44-7A38-C733-7A13-1BABD5FF3005}"/>
                  </a:ext>
                </a:extLst>
              </p:cNvPr>
              <p:cNvSpPr/>
              <p:nvPr/>
            </p:nvSpPr>
            <p:spPr>
              <a:xfrm>
                <a:off x="5662612" y="1519237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A385CA-2E6F-EFFD-6351-F37D2C755CC2}"/>
                  </a:ext>
                </a:extLst>
              </p:cNvPr>
              <p:cNvSpPr txBox="1"/>
              <p:nvPr/>
            </p:nvSpPr>
            <p:spPr>
              <a:xfrm>
                <a:off x="5956832" y="1689132"/>
                <a:ext cx="55015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Person</a:t>
                </a:r>
              </a:p>
            </p:txBody>
          </p: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8EF6915-1410-5087-150C-7433BFA02267}"/>
                </a:ext>
              </a:extLst>
            </p:cNvPr>
            <p:cNvSpPr/>
            <p:nvPr/>
          </p:nvSpPr>
          <p:spPr>
            <a:xfrm>
              <a:off x="6234112" y="2947987"/>
              <a:ext cx="381000" cy="285750"/>
            </a:xfrm>
            <a:custGeom>
              <a:avLst/>
              <a:gdLst>
                <a:gd name="csX0" fmla="*/ 1 w 381000"/>
                <a:gd name="csY0" fmla="*/ 1 h 285750"/>
                <a:gd name="csX1" fmla="*/ 381001 w 381000"/>
                <a:gd name="csY1" fmla="*/ 1 h 285750"/>
                <a:gd name="csX2" fmla="*/ 381001 w 381000"/>
                <a:gd name="csY2" fmla="*/ 28575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1000" h="285750">
                  <a:moveTo>
                    <a:pt x="1" y="1"/>
                  </a:moveTo>
                  <a:lnTo>
                    <a:pt x="381001" y="1"/>
                  </a:lnTo>
                  <a:lnTo>
                    <a:pt x="381001" y="2857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AE6ABE-64AF-3DC4-E712-577497113780}"/>
                </a:ext>
              </a:extLst>
            </p:cNvPr>
            <p:cNvSpPr/>
            <p:nvPr/>
          </p:nvSpPr>
          <p:spPr>
            <a:xfrm>
              <a:off x="5853112" y="2947987"/>
              <a:ext cx="381000" cy="285750"/>
            </a:xfrm>
            <a:custGeom>
              <a:avLst/>
              <a:gdLst>
                <a:gd name="csX0" fmla="*/ 381001 w 381000"/>
                <a:gd name="csY0" fmla="*/ 1 h 285750"/>
                <a:gd name="csX1" fmla="*/ 1 w 381000"/>
                <a:gd name="csY1" fmla="*/ 1 h 285750"/>
                <a:gd name="csX2" fmla="*/ 1 w 381000"/>
                <a:gd name="csY2" fmla="*/ 28575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1000" h="285750">
                  <a:moveTo>
                    <a:pt x="381001" y="1"/>
                  </a:moveTo>
                  <a:lnTo>
                    <a:pt x="1" y="1"/>
                  </a:lnTo>
                  <a:lnTo>
                    <a:pt x="1" y="2857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" name="Graphic 4">
              <a:extLst>
                <a:ext uri="{FF2B5EF4-FFF2-40B4-BE49-F238E27FC236}">
                  <a16:creationId xmlns:a16="http://schemas.microsoft.com/office/drawing/2014/main" id="{329978A5-BBB4-D5F2-4F9E-8C2562E02D0F}"/>
                </a:ext>
              </a:extLst>
            </p:cNvPr>
            <p:cNvGrpSpPr/>
            <p:nvPr/>
          </p:nvGrpSpPr>
          <p:grpSpPr>
            <a:xfrm>
              <a:off x="5853112" y="2376487"/>
              <a:ext cx="762000" cy="571500"/>
              <a:chOff x="5853112" y="2376487"/>
              <a:chExt cx="762000" cy="5715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CF67655A-BE8E-DF4D-CDDA-3B065E5328EC}"/>
                  </a:ext>
                </a:extLst>
              </p:cNvPr>
              <p:cNvSpPr/>
              <p:nvPr/>
            </p:nvSpPr>
            <p:spPr>
              <a:xfrm rot="-5400000">
                <a:off x="5948362" y="2281237"/>
                <a:ext cx="571500" cy="762000"/>
              </a:xfrm>
              <a:custGeom>
                <a:avLst/>
                <a:gdLst>
                  <a:gd name="csX0" fmla="*/ 1 w 571500"/>
                  <a:gd name="csY0" fmla="*/ 1 h 762000"/>
                  <a:gd name="csX1" fmla="*/ 571501 w 571500"/>
                  <a:gd name="csY1" fmla="*/ 381001 h 762000"/>
                  <a:gd name="csX2" fmla="*/ 1 w 571500"/>
                  <a:gd name="csY2" fmla="*/ 762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71500" h="762000">
                    <a:moveTo>
                      <a:pt x="1" y="1"/>
                    </a:moveTo>
                    <a:lnTo>
                      <a:pt x="571501" y="381001"/>
                    </a:lnTo>
                    <a:lnTo>
                      <a:pt x="1" y="762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B5FE594-6ADA-84E3-1AEB-642542C668DC}"/>
                  </a:ext>
                </a:extLst>
              </p:cNvPr>
              <p:cNvSpPr txBox="1"/>
              <p:nvPr/>
            </p:nvSpPr>
            <p:spPr>
              <a:xfrm rot="16200000">
                <a:off x="6029945" y="2600439"/>
                <a:ext cx="37061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9490347-82CB-F3C2-5ED8-E84034C873F1}"/>
                </a:ext>
              </a:extLst>
            </p:cNvPr>
            <p:cNvSpPr/>
            <p:nvPr/>
          </p:nvSpPr>
          <p:spPr>
            <a:xfrm>
              <a:off x="7186612" y="3805237"/>
              <a:ext cx="9525" cy="285750"/>
            </a:xfrm>
            <a:custGeom>
              <a:avLst/>
              <a:gdLst>
                <a:gd name="csX0" fmla="*/ 1 w 9525"/>
                <a:gd name="csY0" fmla="*/ 1 h 285750"/>
                <a:gd name="csX1" fmla="*/ 1 w 9525"/>
                <a:gd name="csY1" fmla="*/ 28575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85750">
                  <a:moveTo>
                    <a:pt x="1" y="1"/>
                  </a:moveTo>
                  <a:lnTo>
                    <a:pt x="1" y="2857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C610F8-6558-5867-91B0-5BBD2C87144E}"/>
                </a:ext>
              </a:extLst>
            </p:cNvPr>
            <p:cNvSpPr/>
            <p:nvPr/>
          </p:nvSpPr>
          <p:spPr>
            <a:xfrm>
              <a:off x="7758112" y="2947987"/>
              <a:ext cx="1143000" cy="285750"/>
            </a:xfrm>
            <a:custGeom>
              <a:avLst/>
              <a:gdLst>
                <a:gd name="csX0" fmla="*/ 1 w 1143000"/>
                <a:gd name="csY0" fmla="*/ 285751 h 285750"/>
                <a:gd name="csX1" fmla="*/ 1 w 1143000"/>
                <a:gd name="csY1" fmla="*/ 1 h 285750"/>
                <a:gd name="csX2" fmla="*/ 1143001 w 1143000"/>
                <a:gd name="csY2" fmla="*/ 1 h 285750"/>
                <a:gd name="csX3" fmla="*/ 1143001 w 1143000"/>
                <a:gd name="csY3" fmla="*/ 19050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43000" h="285750">
                  <a:moveTo>
                    <a:pt x="1" y="285751"/>
                  </a:moveTo>
                  <a:lnTo>
                    <a:pt x="1" y="1"/>
                  </a:lnTo>
                  <a:lnTo>
                    <a:pt x="1143001" y="1"/>
                  </a:lnTo>
                  <a:lnTo>
                    <a:pt x="1143001" y="19050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" name="Graphic 4">
              <a:extLst>
                <a:ext uri="{FF2B5EF4-FFF2-40B4-BE49-F238E27FC236}">
                  <a16:creationId xmlns:a16="http://schemas.microsoft.com/office/drawing/2014/main" id="{744D8A4A-AB02-C725-2F87-BDB8DDBEBC4F}"/>
                </a:ext>
              </a:extLst>
            </p:cNvPr>
            <p:cNvGrpSpPr/>
            <p:nvPr/>
          </p:nvGrpSpPr>
          <p:grpSpPr>
            <a:xfrm>
              <a:off x="7758112" y="3805237"/>
              <a:ext cx="1185862" cy="285750"/>
              <a:chOff x="7758112" y="3805237"/>
              <a:chExt cx="1185862" cy="285750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4E7574C-BDBE-310B-72D2-3FB74AF136F2}"/>
                  </a:ext>
                </a:extLst>
              </p:cNvPr>
              <p:cNvSpPr/>
              <p:nvPr/>
            </p:nvSpPr>
            <p:spPr>
              <a:xfrm>
                <a:off x="7758112" y="3805237"/>
                <a:ext cx="1143000" cy="285750"/>
              </a:xfrm>
              <a:custGeom>
                <a:avLst/>
                <a:gdLst>
                  <a:gd name="csX0" fmla="*/ 1 w 1143000"/>
                  <a:gd name="csY0" fmla="*/ 1 h 285750"/>
                  <a:gd name="csX1" fmla="*/ 1 w 1143000"/>
                  <a:gd name="csY1" fmla="*/ 285751 h 285750"/>
                  <a:gd name="csX2" fmla="*/ 1143001 w 1143000"/>
                  <a:gd name="csY2" fmla="*/ 285751 h 285750"/>
                  <a:gd name="csX3" fmla="*/ 1143001 w 1143000"/>
                  <a:gd name="csY3" fmla="*/ 191453 h 285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3000" h="285750">
                    <a:moveTo>
                      <a:pt x="1" y="1"/>
                    </a:moveTo>
                    <a:lnTo>
                      <a:pt x="1" y="285751"/>
                    </a:lnTo>
                    <a:lnTo>
                      <a:pt x="1143001" y="285751"/>
                    </a:lnTo>
                    <a:lnTo>
                      <a:pt x="1143001" y="191453"/>
                    </a:lnTo>
                  </a:path>
                </a:pathLst>
              </a:custGeom>
              <a:noFill/>
              <a:ln w="285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D8DC55D-A685-0D15-0B28-BEE0BF1AD9EC}"/>
                  </a:ext>
                </a:extLst>
              </p:cNvPr>
              <p:cNvSpPr/>
              <p:nvPr/>
            </p:nvSpPr>
            <p:spPr>
              <a:xfrm>
                <a:off x="8858250" y="3932396"/>
                <a:ext cx="85725" cy="85725"/>
              </a:xfrm>
              <a:custGeom>
                <a:avLst/>
                <a:gdLst>
                  <a:gd name="csX0" fmla="*/ 42863 w 85725"/>
                  <a:gd name="csY0" fmla="*/ 1 h 85725"/>
                  <a:gd name="csX1" fmla="*/ 85726 w 85725"/>
                  <a:gd name="csY1" fmla="*/ 85726 h 85725"/>
                  <a:gd name="csX2" fmla="*/ 42863 w 85725"/>
                  <a:gd name="csY2" fmla="*/ 64294 h 85725"/>
                  <a:gd name="csX3" fmla="*/ 1 w 85725"/>
                  <a:gd name="csY3" fmla="*/ 85726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725">
                    <a:moveTo>
                      <a:pt x="42863" y="1"/>
                    </a:moveTo>
                    <a:lnTo>
                      <a:pt x="85726" y="85726"/>
                    </a:lnTo>
                    <a:lnTo>
                      <a:pt x="42863" y="64294"/>
                    </a:lnTo>
                    <a:lnTo>
                      <a:pt x="1" y="85726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aphic 4">
              <a:extLst>
                <a:ext uri="{FF2B5EF4-FFF2-40B4-BE49-F238E27FC236}">
                  <a16:creationId xmlns:a16="http://schemas.microsoft.com/office/drawing/2014/main" id="{C765ADE5-F974-3D8B-A399-654D047F1E10}"/>
                </a:ext>
              </a:extLst>
            </p:cNvPr>
            <p:cNvGrpSpPr/>
            <p:nvPr/>
          </p:nvGrpSpPr>
          <p:grpSpPr>
            <a:xfrm>
              <a:off x="6615112" y="3233737"/>
              <a:ext cx="1143000" cy="571500"/>
              <a:chOff x="6615112" y="3233737"/>
              <a:chExt cx="1143000" cy="57150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91D81A-F1E6-59CD-0EFB-89BB0E9CD62B}"/>
                  </a:ext>
                </a:extLst>
              </p:cNvPr>
              <p:cNvSpPr/>
              <p:nvPr/>
            </p:nvSpPr>
            <p:spPr>
              <a:xfrm>
                <a:off x="6615112" y="3233737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66A6E02-15B7-58E8-B352-361EAAF417D9}"/>
                  </a:ext>
                </a:extLst>
              </p:cNvPr>
              <p:cNvSpPr txBox="1"/>
              <p:nvPr/>
            </p:nvSpPr>
            <p:spPr>
              <a:xfrm>
                <a:off x="6836276" y="3403632"/>
                <a:ext cx="69762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9F5DA6D-EDAC-C170-B50B-6F7289865838}"/>
                </a:ext>
              </a:extLst>
            </p:cNvPr>
            <p:cNvSpPr/>
            <p:nvPr/>
          </p:nvSpPr>
          <p:spPr>
            <a:xfrm>
              <a:off x="4329112" y="3519487"/>
              <a:ext cx="381000" cy="9525"/>
            </a:xfrm>
            <a:custGeom>
              <a:avLst/>
              <a:gdLst>
                <a:gd name="csX0" fmla="*/ 381001 w 381000"/>
                <a:gd name="csY0" fmla="*/ 1 h 9525"/>
                <a:gd name="csX1" fmla="*/ 1 w 381000"/>
                <a:gd name="csY1" fmla="*/ 1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1000" h="9525">
                  <a:moveTo>
                    <a:pt x="381001" y="1"/>
                  </a:moveTo>
                  <a:lnTo>
                    <a:pt x="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C60E26-F81A-E657-173B-D8E44A66AE25}"/>
                </a:ext>
              </a:extLst>
            </p:cNvPr>
            <p:cNvSpPr/>
            <p:nvPr/>
          </p:nvSpPr>
          <p:spPr>
            <a:xfrm>
              <a:off x="4710112" y="3805237"/>
              <a:ext cx="9525" cy="381000"/>
            </a:xfrm>
            <a:custGeom>
              <a:avLst/>
              <a:gdLst>
                <a:gd name="csX0" fmla="*/ 1 w 9525"/>
                <a:gd name="csY0" fmla="*/ 1 h 381000"/>
                <a:gd name="csX1" fmla="*/ 1 w 9525"/>
                <a:gd name="csY1" fmla="*/ 381001 h 381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381000">
                  <a:moveTo>
                    <a:pt x="1" y="1"/>
                  </a:moveTo>
                  <a:lnTo>
                    <a:pt x="1" y="381001"/>
                  </a:ln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7DAF76A-E36F-1A4D-EEB2-5631F2DFDE39}"/>
                </a:ext>
              </a:extLst>
            </p:cNvPr>
            <p:cNvSpPr/>
            <p:nvPr/>
          </p:nvSpPr>
          <p:spPr>
            <a:xfrm>
              <a:off x="4329112" y="3519487"/>
              <a:ext cx="381000" cy="9525"/>
            </a:xfrm>
            <a:custGeom>
              <a:avLst/>
              <a:gdLst>
                <a:gd name="csX0" fmla="*/ 381001 w 381000"/>
                <a:gd name="csY0" fmla="*/ 1 h 9525"/>
                <a:gd name="csX1" fmla="*/ 1 w 381000"/>
                <a:gd name="csY1" fmla="*/ 1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1000" h="9525">
                  <a:moveTo>
                    <a:pt x="381001" y="1"/>
                  </a:moveTo>
                  <a:lnTo>
                    <a:pt x="1" y="1"/>
                  </a:ln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D8C64C94-1588-1D9A-347F-69E3D5066936}"/>
                </a:ext>
              </a:extLst>
            </p:cNvPr>
            <p:cNvGrpSpPr/>
            <p:nvPr/>
          </p:nvGrpSpPr>
          <p:grpSpPr>
            <a:xfrm>
              <a:off x="4710112" y="3233737"/>
              <a:ext cx="1143000" cy="571500"/>
              <a:chOff x="4710112" y="3233737"/>
              <a:chExt cx="1143000" cy="57150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1F5E8FD-6151-539F-0165-E3DCF0C1D3D2}"/>
                  </a:ext>
                </a:extLst>
              </p:cNvPr>
              <p:cNvSpPr/>
              <p:nvPr/>
            </p:nvSpPr>
            <p:spPr>
              <a:xfrm>
                <a:off x="4710112" y="3233737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BC90479-9191-A11E-36DE-239C525331EF}"/>
                  </a:ext>
                </a:extLst>
              </p:cNvPr>
              <p:cNvSpPr txBox="1"/>
              <p:nvPr/>
            </p:nvSpPr>
            <p:spPr>
              <a:xfrm>
                <a:off x="4988398" y="3403632"/>
                <a:ext cx="58221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Student</a:t>
                </a:r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099D586-58C3-C70E-FA31-C20B2B16BE20}"/>
                </a:ext>
              </a:extLst>
            </p:cNvPr>
            <p:cNvSpPr/>
            <p:nvPr/>
          </p:nvSpPr>
          <p:spPr>
            <a:xfrm>
              <a:off x="6805612" y="4662487"/>
              <a:ext cx="190500" cy="285750"/>
            </a:xfrm>
            <a:custGeom>
              <a:avLst/>
              <a:gdLst>
                <a:gd name="csX0" fmla="*/ 190501 w 190500"/>
                <a:gd name="csY0" fmla="*/ 1 h 285750"/>
                <a:gd name="csX1" fmla="*/ 1 w 190500"/>
                <a:gd name="csY1" fmla="*/ 1 h 285750"/>
                <a:gd name="csX2" fmla="*/ 1 w 190500"/>
                <a:gd name="csY2" fmla="*/ 28575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0500" h="285750">
                  <a:moveTo>
                    <a:pt x="190501" y="1"/>
                  </a:moveTo>
                  <a:lnTo>
                    <a:pt x="1" y="1"/>
                  </a:lnTo>
                  <a:lnTo>
                    <a:pt x="1" y="2857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aphic 4">
              <a:extLst>
                <a:ext uri="{FF2B5EF4-FFF2-40B4-BE49-F238E27FC236}">
                  <a16:creationId xmlns:a16="http://schemas.microsoft.com/office/drawing/2014/main" id="{CEA8A9BA-4147-42C6-3801-18729874BEA9}"/>
                </a:ext>
              </a:extLst>
            </p:cNvPr>
            <p:cNvGrpSpPr/>
            <p:nvPr/>
          </p:nvGrpSpPr>
          <p:grpSpPr>
            <a:xfrm>
              <a:off x="6805612" y="4090987"/>
              <a:ext cx="762000" cy="571500"/>
              <a:chOff x="6805612" y="4090987"/>
              <a:chExt cx="762000" cy="571500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04A391B0-8ECB-B509-1D40-B64908996315}"/>
                  </a:ext>
                </a:extLst>
              </p:cNvPr>
              <p:cNvSpPr/>
              <p:nvPr/>
            </p:nvSpPr>
            <p:spPr>
              <a:xfrm rot="-5400000">
                <a:off x="6900862" y="3995737"/>
                <a:ext cx="571500" cy="762000"/>
              </a:xfrm>
              <a:custGeom>
                <a:avLst/>
                <a:gdLst>
                  <a:gd name="csX0" fmla="*/ 1 w 571500"/>
                  <a:gd name="csY0" fmla="*/ 1 h 762000"/>
                  <a:gd name="csX1" fmla="*/ 571501 w 571500"/>
                  <a:gd name="csY1" fmla="*/ 381001 h 762000"/>
                  <a:gd name="csX2" fmla="*/ 1 w 571500"/>
                  <a:gd name="csY2" fmla="*/ 762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71500" h="762000">
                    <a:moveTo>
                      <a:pt x="1" y="1"/>
                    </a:moveTo>
                    <a:lnTo>
                      <a:pt x="571501" y="381001"/>
                    </a:lnTo>
                    <a:lnTo>
                      <a:pt x="1" y="762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7FDD66-11F2-251E-A541-61FE06970B9D}"/>
                  </a:ext>
                </a:extLst>
              </p:cNvPr>
              <p:cNvSpPr txBox="1"/>
              <p:nvPr/>
            </p:nvSpPr>
            <p:spPr>
              <a:xfrm rot="16200000">
                <a:off x="7010830" y="4261321"/>
                <a:ext cx="37061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24F3DDA-50C4-34E0-9F65-B8239FFB3385}"/>
                </a:ext>
              </a:extLst>
            </p:cNvPr>
            <p:cNvSpPr/>
            <p:nvPr/>
          </p:nvSpPr>
          <p:spPr>
            <a:xfrm>
              <a:off x="3281362" y="3519487"/>
              <a:ext cx="285750" cy="9525"/>
            </a:xfrm>
            <a:custGeom>
              <a:avLst/>
              <a:gdLst>
                <a:gd name="csX0" fmla="*/ 285751 w 285750"/>
                <a:gd name="csY0" fmla="*/ 1 h 9525"/>
                <a:gd name="csX1" fmla="*/ 1 w 285750"/>
                <a:gd name="csY1" fmla="*/ 1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5750" h="9525">
                  <a:moveTo>
                    <a:pt x="285751" y="1"/>
                  </a:moveTo>
                  <a:lnTo>
                    <a:pt x="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aphic 4">
              <a:extLst>
                <a:ext uri="{FF2B5EF4-FFF2-40B4-BE49-F238E27FC236}">
                  <a16:creationId xmlns:a16="http://schemas.microsoft.com/office/drawing/2014/main" id="{362C72D6-1E37-5F71-BA07-85605E9330D8}"/>
                </a:ext>
              </a:extLst>
            </p:cNvPr>
            <p:cNvGrpSpPr/>
            <p:nvPr/>
          </p:nvGrpSpPr>
          <p:grpSpPr>
            <a:xfrm>
              <a:off x="3567112" y="3138487"/>
              <a:ext cx="762000" cy="762000"/>
              <a:chOff x="3567112" y="3138487"/>
              <a:chExt cx="762000" cy="762000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94D141B-CFC9-99C5-2CE7-15F6876FB240}"/>
                  </a:ext>
                </a:extLst>
              </p:cNvPr>
              <p:cNvSpPr/>
              <p:nvPr/>
            </p:nvSpPr>
            <p:spPr>
              <a:xfrm>
                <a:off x="3567112" y="3138487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6A34F8-A4B7-E4F4-8E4F-A039C81E18A4}"/>
                  </a:ext>
                </a:extLst>
              </p:cNvPr>
              <p:cNvSpPr txBox="1"/>
              <p:nvPr/>
            </p:nvSpPr>
            <p:spPr>
              <a:xfrm>
                <a:off x="3646992" y="3395603"/>
                <a:ext cx="60785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Enrolled</a:t>
                </a:r>
              </a:p>
            </p:txBody>
          </p:sp>
        </p:grpSp>
        <p:grpSp>
          <p:nvGrpSpPr>
            <p:cNvPr id="39" name="Graphic 4">
              <a:extLst>
                <a:ext uri="{FF2B5EF4-FFF2-40B4-BE49-F238E27FC236}">
                  <a16:creationId xmlns:a16="http://schemas.microsoft.com/office/drawing/2014/main" id="{69E7C150-4D61-A7DF-EE64-B0191CD6AB39}"/>
                </a:ext>
              </a:extLst>
            </p:cNvPr>
            <p:cNvGrpSpPr/>
            <p:nvPr/>
          </p:nvGrpSpPr>
          <p:grpSpPr>
            <a:xfrm>
              <a:off x="2127717" y="3233737"/>
              <a:ext cx="1165704" cy="571500"/>
              <a:chOff x="2127717" y="3233737"/>
              <a:chExt cx="1165704" cy="57150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94133B5-258B-9BC0-0157-EAF4B3792980}"/>
                  </a:ext>
                </a:extLst>
              </p:cNvPr>
              <p:cNvSpPr/>
              <p:nvPr/>
            </p:nvSpPr>
            <p:spPr>
              <a:xfrm>
                <a:off x="2138362" y="3233737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C73D0B8-9D27-DD20-51EF-59379E127610}"/>
                  </a:ext>
                </a:extLst>
              </p:cNvPr>
              <p:cNvSpPr txBox="1"/>
              <p:nvPr/>
            </p:nvSpPr>
            <p:spPr>
              <a:xfrm>
                <a:off x="2127717" y="3403632"/>
                <a:ext cx="116570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Program</a:t>
                </a:r>
              </a:p>
            </p:txBody>
          </p:sp>
        </p:grpSp>
        <p:grpSp>
          <p:nvGrpSpPr>
            <p:cNvPr id="42" name="Graphic 4">
              <a:extLst>
                <a:ext uri="{FF2B5EF4-FFF2-40B4-BE49-F238E27FC236}">
                  <a16:creationId xmlns:a16="http://schemas.microsoft.com/office/drawing/2014/main" id="{6ECCA8E9-EDE7-C2C0-79A0-5346499D509A}"/>
                </a:ext>
              </a:extLst>
            </p:cNvPr>
            <p:cNvGrpSpPr/>
            <p:nvPr/>
          </p:nvGrpSpPr>
          <p:grpSpPr>
            <a:xfrm>
              <a:off x="5616974" y="4948237"/>
              <a:ext cx="1236236" cy="571500"/>
              <a:chOff x="5616974" y="4948237"/>
              <a:chExt cx="1236236" cy="57150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22A0EED-D35A-47DD-7653-B1D9621ED7FD}"/>
                  </a:ext>
                </a:extLst>
              </p:cNvPr>
              <p:cNvSpPr/>
              <p:nvPr/>
            </p:nvSpPr>
            <p:spPr>
              <a:xfrm>
                <a:off x="5662612" y="4948237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E877FB-9575-DFAB-2921-B978A3EE133A}"/>
                  </a:ext>
                </a:extLst>
              </p:cNvPr>
              <p:cNvSpPr txBox="1"/>
              <p:nvPr/>
            </p:nvSpPr>
            <p:spPr>
              <a:xfrm>
                <a:off x="5616974" y="5118132"/>
                <a:ext cx="1236236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Employee</a:t>
                </a:r>
              </a:p>
            </p:txBody>
          </p:sp>
        </p:grpSp>
        <p:grpSp>
          <p:nvGrpSpPr>
            <p:cNvPr id="45" name="Graphic 4">
              <a:extLst>
                <a:ext uri="{FF2B5EF4-FFF2-40B4-BE49-F238E27FC236}">
                  <a16:creationId xmlns:a16="http://schemas.microsoft.com/office/drawing/2014/main" id="{D18DA7E9-9582-B4E4-5B15-E5A4F9CD68B1}"/>
                </a:ext>
              </a:extLst>
            </p:cNvPr>
            <p:cNvGrpSpPr/>
            <p:nvPr/>
          </p:nvGrpSpPr>
          <p:grpSpPr>
            <a:xfrm>
              <a:off x="7567612" y="4948237"/>
              <a:ext cx="1143000" cy="571500"/>
              <a:chOff x="7567612" y="4948237"/>
              <a:chExt cx="1143000" cy="571500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318118F-FFB9-85AA-DBED-1732D7569B79}"/>
                  </a:ext>
                </a:extLst>
              </p:cNvPr>
              <p:cNvSpPr/>
              <p:nvPr/>
            </p:nvSpPr>
            <p:spPr>
              <a:xfrm>
                <a:off x="7567612" y="4948237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4AD832D-6EB0-24EC-C4E5-96CBB29F7B24}"/>
                  </a:ext>
                </a:extLst>
              </p:cNvPr>
              <p:cNvSpPr txBox="1"/>
              <p:nvPr/>
            </p:nvSpPr>
            <p:spPr>
              <a:xfrm>
                <a:off x="7668114" y="5051457"/>
                <a:ext cx="941283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Non-Academic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10319F2-88C3-8719-A2E1-9A64EDF58CFC}"/>
                  </a:ext>
                </a:extLst>
              </p:cNvPr>
              <p:cNvSpPr txBox="1"/>
              <p:nvPr/>
            </p:nvSpPr>
            <p:spPr>
              <a:xfrm>
                <a:off x="7788776" y="5184807"/>
                <a:ext cx="69762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4B4C54A-FB49-3C0E-8485-97C8E7CA2BD8}"/>
                </a:ext>
              </a:extLst>
            </p:cNvPr>
            <p:cNvSpPr/>
            <p:nvPr/>
          </p:nvSpPr>
          <p:spPr>
            <a:xfrm>
              <a:off x="7377112" y="4662487"/>
              <a:ext cx="213360" cy="334327"/>
            </a:xfrm>
            <a:custGeom>
              <a:avLst/>
              <a:gdLst>
                <a:gd name="csX0" fmla="*/ 1 w 213360"/>
                <a:gd name="csY0" fmla="*/ 1 h 334327"/>
                <a:gd name="csX1" fmla="*/ 213361 w 213360"/>
                <a:gd name="csY1" fmla="*/ 1 h 334327"/>
                <a:gd name="csX2" fmla="*/ 213361 w 213360"/>
                <a:gd name="csY2" fmla="*/ 334328 h 3343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13360" h="334327">
                  <a:moveTo>
                    <a:pt x="1" y="1"/>
                  </a:moveTo>
                  <a:lnTo>
                    <a:pt x="213361" y="1"/>
                  </a:lnTo>
                  <a:lnTo>
                    <a:pt x="213361" y="334328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0" name="Graphic 4">
              <a:extLst>
                <a:ext uri="{FF2B5EF4-FFF2-40B4-BE49-F238E27FC236}">
                  <a16:creationId xmlns:a16="http://schemas.microsoft.com/office/drawing/2014/main" id="{18D87ACB-CD96-1A12-1003-BB2B5B31CDB1}"/>
                </a:ext>
              </a:extLst>
            </p:cNvPr>
            <p:cNvGrpSpPr/>
            <p:nvPr/>
          </p:nvGrpSpPr>
          <p:grpSpPr>
            <a:xfrm>
              <a:off x="8520112" y="3138487"/>
              <a:ext cx="769582" cy="762000"/>
              <a:chOff x="8520112" y="3138487"/>
              <a:chExt cx="769582" cy="762000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66FA037-97ED-6916-28F9-DAAE6FD04AAB}"/>
                  </a:ext>
                </a:extLst>
              </p:cNvPr>
              <p:cNvSpPr/>
              <p:nvPr/>
            </p:nvSpPr>
            <p:spPr>
              <a:xfrm>
                <a:off x="8520112" y="3138487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616045D-808F-7C46-94F0-C190C0BE8CF7}"/>
                  </a:ext>
                </a:extLst>
              </p:cNvPr>
              <p:cNvSpPr txBox="1"/>
              <p:nvPr/>
            </p:nvSpPr>
            <p:spPr>
              <a:xfrm>
                <a:off x="8534359" y="3429000"/>
                <a:ext cx="75533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Reports To</a:t>
                </a:r>
              </a:p>
            </p:txBody>
          </p:sp>
        </p:grp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900F872-5BF6-FB2B-9524-ED63059A3127}"/>
                </a:ext>
              </a:extLst>
            </p:cNvPr>
            <p:cNvSpPr/>
            <p:nvPr/>
          </p:nvSpPr>
          <p:spPr>
            <a:xfrm>
              <a:off x="4710112" y="4948237"/>
              <a:ext cx="952500" cy="285750"/>
            </a:xfrm>
            <a:custGeom>
              <a:avLst/>
              <a:gdLst>
                <a:gd name="csX0" fmla="*/ 1 w 952500"/>
                <a:gd name="csY0" fmla="*/ 1 h 285750"/>
                <a:gd name="csX1" fmla="*/ 1 w 952500"/>
                <a:gd name="csY1" fmla="*/ 285751 h 285750"/>
                <a:gd name="csX2" fmla="*/ 952501 w 952500"/>
                <a:gd name="csY2" fmla="*/ 285751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2500" h="285750">
                  <a:moveTo>
                    <a:pt x="1" y="1"/>
                  </a:moveTo>
                  <a:lnTo>
                    <a:pt x="1" y="285751"/>
                  </a:lnTo>
                  <a:lnTo>
                    <a:pt x="952501" y="2857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4">
              <a:extLst>
                <a:ext uri="{FF2B5EF4-FFF2-40B4-BE49-F238E27FC236}">
                  <a16:creationId xmlns:a16="http://schemas.microsoft.com/office/drawing/2014/main" id="{15928CDD-BCAF-7D15-4E2A-249874DFFB08}"/>
                </a:ext>
              </a:extLst>
            </p:cNvPr>
            <p:cNvGrpSpPr/>
            <p:nvPr/>
          </p:nvGrpSpPr>
          <p:grpSpPr>
            <a:xfrm>
              <a:off x="4329112" y="4186237"/>
              <a:ext cx="769033" cy="762000"/>
              <a:chOff x="4329112" y="4186237"/>
              <a:chExt cx="769033" cy="762000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9B68E37-3F71-138A-4050-FED2393DD89E}"/>
                  </a:ext>
                </a:extLst>
              </p:cNvPr>
              <p:cNvSpPr/>
              <p:nvPr/>
            </p:nvSpPr>
            <p:spPr>
              <a:xfrm>
                <a:off x="4329112" y="4186237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3E39927-7881-8FC7-03DA-613FADBE2786}"/>
                  </a:ext>
                </a:extLst>
              </p:cNvPr>
              <p:cNvSpPr txBox="1"/>
              <p:nvPr/>
            </p:nvSpPr>
            <p:spPr>
              <a:xfrm>
                <a:off x="4336398" y="4425314"/>
                <a:ext cx="76174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Supervised</a:t>
                </a:r>
              </a:p>
            </p:txBody>
          </p:sp>
        </p:grpSp>
        <p:grpSp>
          <p:nvGrpSpPr>
            <p:cNvPr id="57" name="Graphic 4">
              <a:extLst>
                <a:ext uri="{FF2B5EF4-FFF2-40B4-BE49-F238E27FC236}">
                  <a16:creationId xmlns:a16="http://schemas.microsoft.com/office/drawing/2014/main" id="{43EEF052-ABE0-B4EB-C4A4-875EC7A24A2D}"/>
                </a:ext>
              </a:extLst>
            </p:cNvPr>
            <p:cNvGrpSpPr/>
            <p:nvPr/>
          </p:nvGrpSpPr>
          <p:grpSpPr>
            <a:xfrm>
              <a:off x="7943850" y="2657475"/>
              <a:ext cx="762000" cy="285750"/>
              <a:chOff x="7943850" y="2657475"/>
              <a:chExt cx="762000" cy="28575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FEC63F4-2B55-3B2E-81D7-ACE6850175F3}"/>
                  </a:ext>
                </a:extLst>
              </p:cNvPr>
              <p:cNvSpPr/>
              <p:nvPr/>
            </p:nvSpPr>
            <p:spPr>
              <a:xfrm>
                <a:off x="7943850" y="2657475"/>
                <a:ext cx="7620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8EDD51C-940E-7C0A-E127-764282A7EC84}"/>
                  </a:ext>
                </a:extLst>
              </p:cNvPr>
              <p:cNvSpPr txBox="1"/>
              <p:nvPr/>
            </p:nvSpPr>
            <p:spPr>
              <a:xfrm>
                <a:off x="7960245" y="2689257"/>
                <a:ext cx="73609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Supervisor</a:t>
                </a:r>
              </a:p>
            </p:txBody>
          </p:sp>
        </p:grpSp>
        <p:grpSp>
          <p:nvGrpSpPr>
            <p:cNvPr id="60" name="Graphic 4">
              <a:extLst>
                <a:ext uri="{FF2B5EF4-FFF2-40B4-BE49-F238E27FC236}">
                  <a16:creationId xmlns:a16="http://schemas.microsoft.com/office/drawing/2014/main" id="{350A3F6A-634D-EF59-8654-77C1EEECEBD7}"/>
                </a:ext>
              </a:extLst>
            </p:cNvPr>
            <p:cNvGrpSpPr/>
            <p:nvPr/>
          </p:nvGrpSpPr>
          <p:grpSpPr>
            <a:xfrm>
              <a:off x="7943850" y="4086225"/>
              <a:ext cx="765389" cy="285750"/>
              <a:chOff x="7943850" y="4086225"/>
              <a:chExt cx="765389" cy="28575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60C2494E-BAEC-82B0-B97A-AEF348875047}"/>
                  </a:ext>
                </a:extLst>
              </p:cNvPr>
              <p:cNvSpPr/>
              <p:nvPr/>
            </p:nvSpPr>
            <p:spPr>
              <a:xfrm>
                <a:off x="7943850" y="4086225"/>
                <a:ext cx="7620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AF05212-5466-1666-B664-0367EBB0A9D5}"/>
                  </a:ext>
                </a:extLst>
              </p:cNvPr>
              <p:cNvSpPr txBox="1"/>
              <p:nvPr/>
            </p:nvSpPr>
            <p:spPr>
              <a:xfrm>
                <a:off x="7947492" y="4118007"/>
                <a:ext cx="76174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Supervisee</a:t>
                </a:r>
              </a:p>
            </p:txBody>
          </p:sp>
        </p:grp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94A2F63-75DC-12B2-8E5A-7329FA86CC57}"/>
                </a:ext>
              </a:extLst>
            </p:cNvPr>
            <p:cNvSpPr/>
            <p:nvPr/>
          </p:nvSpPr>
          <p:spPr>
            <a:xfrm>
              <a:off x="3186112" y="1138237"/>
              <a:ext cx="9525" cy="381000"/>
            </a:xfrm>
            <a:custGeom>
              <a:avLst/>
              <a:gdLst>
                <a:gd name="csX0" fmla="*/ 1 w 9525"/>
                <a:gd name="csY0" fmla="*/ 381001 h 381000"/>
                <a:gd name="csX1" fmla="*/ 1 w 9525"/>
                <a:gd name="csY1" fmla="*/ 1 h 381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381000">
                  <a:moveTo>
                    <a:pt x="1" y="381001"/>
                  </a:moveTo>
                  <a:lnTo>
                    <a:pt x="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4" name="Graphic 4">
              <a:extLst>
                <a:ext uri="{FF2B5EF4-FFF2-40B4-BE49-F238E27FC236}">
                  <a16:creationId xmlns:a16="http://schemas.microsoft.com/office/drawing/2014/main" id="{B96A3C54-E961-3CCD-836E-3EAE86638EFD}"/>
                </a:ext>
              </a:extLst>
            </p:cNvPr>
            <p:cNvGrpSpPr/>
            <p:nvPr/>
          </p:nvGrpSpPr>
          <p:grpSpPr>
            <a:xfrm>
              <a:off x="1932146" y="1762125"/>
              <a:ext cx="682466" cy="85725"/>
              <a:chOff x="1932146" y="1762125"/>
              <a:chExt cx="682466" cy="85725"/>
            </a:xfrm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C9D4978F-F4DC-CA3B-2098-CF8773591BDC}"/>
                  </a:ext>
                </a:extLst>
              </p:cNvPr>
              <p:cNvSpPr/>
              <p:nvPr/>
            </p:nvSpPr>
            <p:spPr>
              <a:xfrm>
                <a:off x="1996439" y="1804987"/>
                <a:ext cx="618172" cy="9525"/>
              </a:xfrm>
              <a:custGeom>
                <a:avLst/>
                <a:gdLst>
                  <a:gd name="csX0" fmla="*/ 618173 w 618172"/>
                  <a:gd name="csY0" fmla="*/ 1 h 9525"/>
                  <a:gd name="csX1" fmla="*/ 1 w 618172"/>
                  <a:gd name="csY1" fmla="*/ 1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18172" h="9525">
                    <a:moveTo>
                      <a:pt x="618173" y="1"/>
                    </a:moveTo>
                    <a:lnTo>
                      <a:pt x="1" y="1"/>
                    </a:lnTo>
                  </a:path>
                </a:pathLst>
              </a:custGeom>
              <a:noFill/>
              <a:ln w="285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73D3284C-7974-1C6F-EEB1-5F9570BFC1D4}"/>
                  </a:ext>
                </a:extLst>
              </p:cNvPr>
              <p:cNvSpPr/>
              <p:nvPr/>
            </p:nvSpPr>
            <p:spPr>
              <a:xfrm>
                <a:off x="1932146" y="1762125"/>
                <a:ext cx="85725" cy="85725"/>
              </a:xfrm>
              <a:custGeom>
                <a:avLst/>
                <a:gdLst>
                  <a:gd name="csX0" fmla="*/ 1 w 85725"/>
                  <a:gd name="csY0" fmla="*/ 42863 h 85725"/>
                  <a:gd name="csX1" fmla="*/ 85726 w 85725"/>
                  <a:gd name="csY1" fmla="*/ 1 h 85725"/>
                  <a:gd name="csX2" fmla="*/ 64294 w 85725"/>
                  <a:gd name="csY2" fmla="*/ 42863 h 85725"/>
                  <a:gd name="csX3" fmla="*/ 85726 w 85725"/>
                  <a:gd name="csY3" fmla="*/ 85726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725">
                    <a:moveTo>
                      <a:pt x="1" y="42863"/>
                    </a:moveTo>
                    <a:lnTo>
                      <a:pt x="85726" y="1"/>
                    </a:lnTo>
                    <a:lnTo>
                      <a:pt x="64294" y="42863"/>
                    </a:lnTo>
                    <a:lnTo>
                      <a:pt x="85726" y="85726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7" name="Graphic 4">
              <a:extLst>
                <a:ext uri="{FF2B5EF4-FFF2-40B4-BE49-F238E27FC236}">
                  <a16:creationId xmlns:a16="http://schemas.microsoft.com/office/drawing/2014/main" id="{287E45DA-A221-A3E4-1CDE-ABACF5E5A4DD}"/>
                </a:ext>
              </a:extLst>
            </p:cNvPr>
            <p:cNvGrpSpPr/>
            <p:nvPr/>
          </p:nvGrpSpPr>
          <p:grpSpPr>
            <a:xfrm>
              <a:off x="2614612" y="1519237"/>
              <a:ext cx="1143000" cy="571500"/>
              <a:chOff x="2614612" y="1519237"/>
              <a:chExt cx="1143000" cy="57150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ED7D4010-E1F7-84F5-A25E-9EE9920FFB76}"/>
                  </a:ext>
                </a:extLst>
              </p:cNvPr>
              <p:cNvSpPr/>
              <p:nvPr/>
            </p:nvSpPr>
            <p:spPr>
              <a:xfrm>
                <a:off x="2614612" y="1519237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F4EE649-2A90-D26F-D9F6-DF80F49A28EC}"/>
                  </a:ext>
                </a:extLst>
              </p:cNvPr>
              <p:cNvSpPr txBox="1"/>
              <p:nvPr/>
            </p:nvSpPr>
            <p:spPr>
              <a:xfrm>
                <a:off x="2816689" y="1689132"/>
                <a:ext cx="73609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Laboratory</a:t>
                </a:r>
              </a:p>
            </p:txBody>
          </p:sp>
        </p:grpSp>
        <p:grpSp>
          <p:nvGrpSpPr>
            <p:cNvPr id="70" name="Graphic 4">
              <a:extLst>
                <a:ext uri="{FF2B5EF4-FFF2-40B4-BE49-F238E27FC236}">
                  <a16:creationId xmlns:a16="http://schemas.microsoft.com/office/drawing/2014/main" id="{400AEF01-E596-79BA-B2AD-36BFFF0AD8EE}"/>
                </a:ext>
              </a:extLst>
            </p:cNvPr>
            <p:cNvGrpSpPr/>
            <p:nvPr/>
          </p:nvGrpSpPr>
          <p:grpSpPr>
            <a:xfrm>
              <a:off x="2805112" y="376237"/>
              <a:ext cx="762000" cy="762000"/>
              <a:chOff x="2805112" y="376237"/>
              <a:chExt cx="762000" cy="762000"/>
            </a:xfrm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FFAA102-7D1A-7128-98BE-C74693D0BB92}"/>
                  </a:ext>
                </a:extLst>
              </p:cNvPr>
              <p:cNvSpPr/>
              <p:nvPr/>
            </p:nvSpPr>
            <p:spPr>
              <a:xfrm>
                <a:off x="2805112" y="376237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D074DC8-EB01-F92B-C8BA-2A848DE79A36}"/>
                  </a:ext>
                </a:extLst>
              </p:cNvPr>
              <p:cNvSpPr txBox="1"/>
              <p:nvPr/>
            </p:nvSpPr>
            <p:spPr>
              <a:xfrm>
                <a:off x="2977163" y="666661"/>
                <a:ext cx="421910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Host</a:t>
                </a:r>
              </a:p>
            </p:txBody>
          </p:sp>
        </p:grp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3D67686-63A4-A462-B62E-BD8143560ADC}"/>
                </a:ext>
              </a:extLst>
            </p:cNvPr>
            <p:cNvSpPr/>
            <p:nvPr/>
          </p:nvSpPr>
          <p:spPr>
            <a:xfrm>
              <a:off x="3567112" y="757237"/>
              <a:ext cx="1428750" cy="9525"/>
            </a:xfrm>
            <a:custGeom>
              <a:avLst/>
              <a:gdLst>
                <a:gd name="csX0" fmla="*/ 1428751 w 1428750"/>
                <a:gd name="csY0" fmla="*/ 1 h 9525"/>
                <a:gd name="csX1" fmla="*/ 1 w 1428750"/>
                <a:gd name="csY1" fmla="*/ 1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28750" h="9525">
                  <a:moveTo>
                    <a:pt x="1428751" y="1"/>
                  </a:moveTo>
                  <a:lnTo>
                    <a:pt x="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4" name="Graphic 4">
              <a:extLst>
                <a:ext uri="{FF2B5EF4-FFF2-40B4-BE49-F238E27FC236}">
                  <a16:creationId xmlns:a16="http://schemas.microsoft.com/office/drawing/2014/main" id="{E4DFED1F-410D-470E-D14B-CBDC7BC8F51A}"/>
                </a:ext>
              </a:extLst>
            </p:cNvPr>
            <p:cNvGrpSpPr/>
            <p:nvPr/>
          </p:nvGrpSpPr>
          <p:grpSpPr>
            <a:xfrm>
              <a:off x="4995862" y="471487"/>
              <a:ext cx="1143000" cy="571500"/>
              <a:chOff x="4995862" y="471487"/>
              <a:chExt cx="1143000" cy="571500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CCAB0807-EAF0-01B7-CD5D-7B6BFFC2DA21}"/>
                  </a:ext>
                </a:extLst>
              </p:cNvPr>
              <p:cNvSpPr/>
              <p:nvPr/>
            </p:nvSpPr>
            <p:spPr>
              <a:xfrm>
                <a:off x="4995862" y="471487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460668F-30C3-E78F-48E7-1A34D5CB4D85}"/>
                  </a:ext>
                </a:extLst>
              </p:cNvPr>
              <p:cNvSpPr txBox="1"/>
              <p:nvPr/>
            </p:nvSpPr>
            <p:spPr>
              <a:xfrm>
                <a:off x="5061343" y="641382"/>
                <a:ext cx="101181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units</a:t>
                </a:r>
              </a:p>
            </p:txBody>
          </p:sp>
        </p:grp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EB3ECF2-D0DF-F66D-45BA-8A1B39416A51}"/>
                </a:ext>
              </a:extLst>
            </p:cNvPr>
            <p:cNvSpPr/>
            <p:nvPr/>
          </p:nvSpPr>
          <p:spPr>
            <a:xfrm>
              <a:off x="5091112" y="1804987"/>
              <a:ext cx="571500" cy="9525"/>
            </a:xfrm>
            <a:custGeom>
              <a:avLst/>
              <a:gdLst>
                <a:gd name="csX0" fmla="*/ 1 w 571500"/>
                <a:gd name="csY0" fmla="*/ 1 h 9525"/>
                <a:gd name="csX1" fmla="*/ 571501 w 571500"/>
                <a:gd name="csY1" fmla="*/ 1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71500" h="9525">
                  <a:moveTo>
                    <a:pt x="1" y="1"/>
                  </a:moveTo>
                  <a:lnTo>
                    <a:pt x="57150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99CDD0E-83B5-1C64-A822-2F1045DD6FE8}"/>
                </a:ext>
              </a:extLst>
            </p:cNvPr>
            <p:cNvSpPr/>
            <p:nvPr/>
          </p:nvSpPr>
          <p:spPr>
            <a:xfrm>
              <a:off x="3757612" y="1804987"/>
              <a:ext cx="571500" cy="9525"/>
            </a:xfrm>
            <a:custGeom>
              <a:avLst/>
              <a:gdLst>
                <a:gd name="csX0" fmla="*/ 571501 w 571500"/>
                <a:gd name="csY0" fmla="*/ 1 h 9525"/>
                <a:gd name="csX1" fmla="*/ 1 w 571500"/>
                <a:gd name="csY1" fmla="*/ 1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71500" h="9525">
                  <a:moveTo>
                    <a:pt x="571501" y="1"/>
                  </a:moveTo>
                  <a:lnTo>
                    <a:pt x="1" y="1"/>
                  </a:ln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" name="Graphic 4">
              <a:extLst>
                <a:ext uri="{FF2B5EF4-FFF2-40B4-BE49-F238E27FC236}">
                  <a16:creationId xmlns:a16="http://schemas.microsoft.com/office/drawing/2014/main" id="{9C1C99BF-1226-AF2F-1181-2EE5454B2387}"/>
                </a:ext>
              </a:extLst>
            </p:cNvPr>
            <p:cNvGrpSpPr/>
            <p:nvPr/>
          </p:nvGrpSpPr>
          <p:grpSpPr>
            <a:xfrm>
              <a:off x="4329112" y="1423987"/>
              <a:ext cx="762000" cy="762000"/>
              <a:chOff x="4329112" y="1423987"/>
              <a:chExt cx="762000" cy="762000"/>
            </a:xfrm>
          </p:grpSpPr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057006AD-B31F-6DE8-5978-53675B330C4C}"/>
                  </a:ext>
                </a:extLst>
              </p:cNvPr>
              <p:cNvSpPr/>
              <p:nvPr/>
            </p:nvSpPr>
            <p:spPr>
              <a:xfrm>
                <a:off x="4329112" y="1423987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8AED160-C3C3-9263-8758-7EFBEADDEE2B}"/>
                  </a:ext>
                </a:extLst>
              </p:cNvPr>
              <p:cNvSpPr txBox="1"/>
              <p:nvPr/>
            </p:nvSpPr>
            <p:spPr>
              <a:xfrm>
                <a:off x="4433129" y="1679770"/>
                <a:ext cx="51167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Attach</a:t>
                </a:r>
              </a:p>
            </p:txBody>
          </p:sp>
        </p:grp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8DB514D-9B9B-6110-15D1-7321E76A045E}"/>
                </a:ext>
              </a:extLst>
            </p:cNvPr>
            <p:cNvSpPr/>
            <p:nvPr/>
          </p:nvSpPr>
          <p:spPr>
            <a:xfrm>
              <a:off x="804862" y="1804987"/>
              <a:ext cx="4857750" cy="3571875"/>
            </a:xfrm>
            <a:custGeom>
              <a:avLst/>
              <a:gdLst>
                <a:gd name="csX0" fmla="*/ 333376 w 4857750"/>
                <a:gd name="csY0" fmla="*/ 1 h 3571875"/>
                <a:gd name="csX1" fmla="*/ 1 w 4857750"/>
                <a:gd name="csY1" fmla="*/ 1 h 3571875"/>
                <a:gd name="csX2" fmla="*/ 1 w 4857750"/>
                <a:gd name="csY2" fmla="*/ 3571876 h 3571875"/>
                <a:gd name="csX3" fmla="*/ 4857751 w 4857750"/>
                <a:gd name="csY3" fmla="*/ 3571876 h 3571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57750" h="3571875">
                  <a:moveTo>
                    <a:pt x="333376" y="1"/>
                  </a:moveTo>
                  <a:lnTo>
                    <a:pt x="1" y="1"/>
                  </a:lnTo>
                  <a:lnTo>
                    <a:pt x="1" y="3571876"/>
                  </a:lnTo>
                  <a:lnTo>
                    <a:pt x="4857751" y="3571876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3" name="Graphic 4">
              <a:extLst>
                <a:ext uri="{FF2B5EF4-FFF2-40B4-BE49-F238E27FC236}">
                  <a16:creationId xmlns:a16="http://schemas.microsoft.com/office/drawing/2014/main" id="{59E34931-DD05-A515-45DA-14BBB85628C2}"/>
                </a:ext>
              </a:extLst>
            </p:cNvPr>
            <p:cNvGrpSpPr/>
            <p:nvPr/>
          </p:nvGrpSpPr>
          <p:grpSpPr>
            <a:xfrm>
              <a:off x="1118986" y="1423987"/>
              <a:ext cx="787395" cy="762000"/>
              <a:chOff x="1118986" y="1423987"/>
              <a:chExt cx="787395" cy="762000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C20B47B-C42D-B736-8FD4-CE6D6C91444A}"/>
                  </a:ext>
                </a:extLst>
              </p:cNvPr>
              <p:cNvSpPr/>
              <p:nvPr/>
            </p:nvSpPr>
            <p:spPr>
              <a:xfrm>
                <a:off x="1138237" y="1423987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79DFEAF-BBDB-146A-BA29-F2B927DBB37E}"/>
                  </a:ext>
                </a:extLst>
              </p:cNvPr>
              <p:cNvSpPr txBox="1"/>
              <p:nvPr/>
            </p:nvSpPr>
            <p:spPr>
              <a:xfrm>
                <a:off x="1291106" y="1519237"/>
                <a:ext cx="377026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4A6C3A6-B803-1F6C-D3A7-36169DB75E28}"/>
                  </a:ext>
                </a:extLst>
              </p:cNvPr>
              <p:cNvSpPr txBox="1"/>
              <p:nvPr/>
            </p:nvSpPr>
            <p:spPr>
              <a:xfrm>
                <a:off x="1118986" y="1704945"/>
                <a:ext cx="78739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Supervision</a:t>
                </a:r>
              </a:p>
            </p:txBody>
          </p:sp>
        </p:grpSp>
        <p:grpSp>
          <p:nvGrpSpPr>
            <p:cNvPr id="87" name="Graphic 4">
              <a:extLst>
                <a:ext uri="{FF2B5EF4-FFF2-40B4-BE49-F238E27FC236}">
                  <a16:creationId xmlns:a16="http://schemas.microsoft.com/office/drawing/2014/main" id="{369240A5-306C-2213-7514-154ADDCBABFA}"/>
                </a:ext>
              </a:extLst>
            </p:cNvPr>
            <p:cNvGrpSpPr/>
            <p:nvPr/>
          </p:nvGrpSpPr>
          <p:grpSpPr>
            <a:xfrm>
              <a:off x="10234612" y="2185987"/>
              <a:ext cx="1143000" cy="571500"/>
              <a:chOff x="10234612" y="2185987"/>
              <a:chExt cx="1143000" cy="571500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941ECE36-B95D-CEA0-2C7A-7E6D945EFD00}"/>
                  </a:ext>
                </a:extLst>
              </p:cNvPr>
              <p:cNvSpPr/>
              <p:nvPr/>
            </p:nvSpPr>
            <p:spPr>
              <a:xfrm>
                <a:off x="10234612" y="2185987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8558657-6DC7-93EA-C1A0-BAC6D19F55EC}"/>
                  </a:ext>
                </a:extLst>
              </p:cNvPr>
              <p:cNvSpPr txBox="1"/>
              <p:nvPr/>
            </p:nvSpPr>
            <p:spPr>
              <a:xfrm>
                <a:off x="10271573" y="2355882"/>
                <a:ext cx="106952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Research Project</a:t>
                </a:r>
              </a:p>
            </p:txBody>
          </p:sp>
        </p:grp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D1FCAF1-EB54-695E-4123-4519F7ABF37C}"/>
                </a:ext>
              </a:extLst>
            </p:cNvPr>
            <p:cNvSpPr/>
            <p:nvPr/>
          </p:nvSpPr>
          <p:spPr>
            <a:xfrm>
              <a:off x="8139112" y="1804987"/>
              <a:ext cx="666750" cy="190500"/>
            </a:xfrm>
            <a:custGeom>
              <a:avLst/>
              <a:gdLst>
                <a:gd name="csX0" fmla="*/ 1 w 666750"/>
                <a:gd name="csY0" fmla="*/ 1 h 190500"/>
                <a:gd name="csX1" fmla="*/ 476251 w 666750"/>
                <a:gd name="csY1" fmla="*/ 1 h 190500"/>
                <a:gd name="csX2" fmla="*/ 666751 w 666750"/>
                <a:gd name="csY2" fmla="*/ 1 h 190500"/>
                <a:gd name="csX3" fmla="*/ 666751 w 666750"/>
                <a:gd name="csY3" fmla="*/ 190501 h 190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66750" h="190500">
                  <a:moveTo>
                    <a:pt x="1" y="1"/>
                  </a:moveTo>
                  <a:lnTo>
                    <a:pt x="476251" y="1"/>
                  </a:lnTo>
                  <a:lnTo>
                    <a:pt x="666751" y="1"/>
                  </a:lnTo>
                  <a:lnTo>
                    <a:pt x="666751" y="190501"/>
                  </a:ln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AAA219D5-1AF5-02F0-B065-B008D672B2DC}"/>
                </a:ext>
              </a:extLst>
            </p:cNvPr>
            <p:cNvSpPr/>
            <p:nvPr/>
          </p:nvSpPr>
          <p:spPr>
            <a:xfrm>
              <a:off x="6767893" y="1804987"/>
              <a:ext cx="609219" cy="95250"/>
            </a:xfrm>
            <a:custGeom>
              <a:avLst/>
              <a:gdLst>
                <a:gd name="csX0" fmla="*/ 609220 w 609219"/>
                <a:gd name="csY0" fmla="*/ 1 h 95250"/>
                <a:gd name="csX1" fmla="*/ 228220 w 609219"/>
                <a:gd name="csY1" fmla="*/ 1 h 95250"/>
                <a:gd name="csX2" fmla="*/ 228220 w 609219"/>
                <a:gd name="csY2" fmla="*/ 95251 h 95250"/>
                <a:gd name="csX3" fmla="*/ 1 w 609219"/>
                <a:gd name="csY3" fmla="*/ 85726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219" h="95250">
                  <a:moveTo>
                    <a:pt x="609220" y="1"/>
                  </a:moveTo>
                  <a:lnTo>
                    <a:pt x="228220" y="1"/>
                  </a:lnTo>
                  <a:lnTo>
                    <a:pt x="228220" y="95251"/>
                  </a:lnTo>
                  <a:lnTo>
                    <a:pt x="1" y="85726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2" name="Graphic 4">
              <a:extLst>
                <a:ext uri="{FF2B5EF4-FFF2-40B4-BE49-F238E27FC236}">
                  <a16:creationId xmlns:a16="http://schemas.microsoft.com/office/drawing/2014/main" id="{E0748350-E605-0485-3436-C9258244DFF7}"/>
                </a:ext>
              </a:extLst>
            </p:cNvPr>
            <p:cNvGrpSpPr/>
            <p:nvPr/>
          </p:nvGrpSpPr>
          <p:grpSpPr>
            <a:xfrm>
              <a:off x="7327400" y="1423987"/>
              <a:ext cx="838691" cy="762000"/>
              <a:chOff x="7327400" y="1423987"/>
              <a:chExt cx="838691" cy="762000"/>
            </a:xfrm>
          </p:grpSpPr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690ED711-1DC5-5634-F2A6-F08DCEE5C1E9}"/>
                  </a:ext>
                </a:extLst>
              </p:cNvPr>
              <p:cNvSpPr/>
              <p:nvPr/>
            </p:nvSpPr>
            <p:spPr>
              <a:xfrm>
                <a:off x="7377112" y="1423987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2761642-A2FE-3DEC-39AC-4A3D1CC62196}"/>
                  </a:ext>
                </a:extLst>
              </p:cNvPr>
              <p:cNvSpPr txBox="1"/>
              <p:nvPr/>
            </p:nvSpPr>
            <p:spPr>
              <a:xfrm>
                <a:off x="7327400" y="1695420"/>
                <a:ext cx="83869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is_contribute</a:t>
                </a:r>
                <a:endParaRPr lang="en-US" sz="90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17FA3FD-F9C4-4458-54E4-0BA0275361B2}"/>
                </a:ext>
              </a:extLst>
            </p:cNvPr>
            <p:cNvSpPr/>
            <p:nvPr/>
          </p:nvSpPr>
          <p:spPr>
            <a:xfrm>
              <a:off x="9282112" y="2033778"/>
              <a:ext cx="19050" cy="295084"/>
            </a:xfrm>
            <a:custGeom>
              <a:avLst/>
              <a:gdLst>
                <a:gd name="csX0" fmla="*/ 18670 w 19050"/>
                <a:gd name="csY0" fmla="*/ 1 h 295084"/>
                <a:gd name="csX1" fmla="*/ 19051 w 19050"/>
                <a:gd name="csY1" fmla="*/ 152210 h 295084"/>
                <a:gd name="csX2" fmla="*/ 1 w 19050"/>
                <a:gd name="csY2" fmla="*/ 152210 h 295084"/>
                <a:gd name="csX3" fmla="*/ 1 w 19050"/>
                <a:gd name="csY3" fmla="*/ 295085 h 2950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050" h="295084">
                  <a:moveTo>
                    <a:pt x="18670" y="1"/>
                  </a:moveTo>
                  <a:lnTo>
                    <a:pt x="19051" y="152210"/>
                  </a:lnTo>
                  <a:lnTo>
                    <a:pt x="1" y="152210"/>
                  </a:lnTo>
                  <a:lnTo>
                    <a:pt x="1" y="29508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1B7D453-A57F-6EC8-E285-72C5924F65AA}"/>
                </a:ext>
              </a:extLst>
            </p:cNvPr>
            <p:cNvSpPr/>
            <p:nvPr/>
          </p:nvSpPr>
          <p:spPr>
            <a:xfrm>
              <a:off x="9948862" y="1614487"/>
              <a:ext cx="381000" cy="95250"/>
            </a:xfrm>
            <a:custGeom>
              <a:avLst/>
              <a:gdLst>
                <a:gd name="csX0" fmla="*/ 1 w 381000"/>
                <a:gd name="csY0" fmla="*/ 95251 h 95250"/>
                <a:gd name="csX1" fmla="*/ 1 w 381000"/>
                <a:gd name="csY1" fmla="*/ 1 h 95250"/>
                <a:gd name="csX2" fmla="*/ 381001 w 381000"/>
                <a:gd name="csY2" fmla="*/ 1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1000" h="95250">
                  <a:moveTo>
                    <a:pt x="1" y="95251"/>
                  </a:moveTo>
                  <a:lnTo>
                    <a:pt x="1" y="1"/>
                  </a:lnTo>
                  <a:lnTo>
                    <a:pt x="38100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7" name="Graphic 4">
              <a:extLst>
                <a:ext uri="{FF2B5EF4-FFF2-40B4-BE49-F238E27FC236}">
                  <a16:creationId xmlns:a16="http://schemas.microsoft.com/office/drawing/2014/main" id="{EEFCF827-01F5-894C-C109-6C6FD680ACDB}"/>
                </a:ext>
              </a:extLst>
            </p:cNvPr>
            <p:cNvGrpSpPr/>
            <p:nvPr/>
          </p:nvGrpSpPr>
          <p:grpSpPr>
            <a:xfrm>
              <a:off x="8805862" y="1423987"/>
              <a:ext cx="1143000" cy="571500"/>
              <a:chOff x="8805862" y="1423987"/>
              <a:chExt cx="1143000" cy="571500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D3EC84A7-AF5C-270F-BF1E-A720B7757EDF}"/>
                  </a:ext>
                </a:extLst>
              </p:cNvPr>
              <p:cNvSpPr/>
              <p:nvPr/>
            </p:nvSpPr>
            <p:spPr>
              <a:xfrm>
                <a:off x="8805862" y="1423987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9206EA6-B72E-607C-DC53-A37A92CC63B6}"/>
                  </a:ext>
                </a:extLst>
              </p:cNvPr>
              <p:cNvSpPr txBox="1"/>
              <p:nvPr/>
            </p:nvSpPr>
            <p:spPr>
              <a:xfrm>
                <a:off x="8973002" y="1593882"/>
                <a:ext cx="80663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Contribution</a:t>
                </a:r>
              </a:p>
            </p:txBody>
          </p:sp>
        </p:grpSp>
        <p:grpSp>
          <p:nvGrpSpPr>
            <p:cNvPr id="100" name="Graphic 4">
              <a:extLst>
                <a:ext uri="{FF2B5EF4-FFF2-40B4-BE49-F238E27FC236}">
                  <a16:creationId xmlns:a16="http://schemas.microsoft.com/office/drawing/2014/main" id="{0122770F-0ED0-6694-2137-D8897FC54C54}"/>
                </a:ext>
              </a:extLst>
            </p:cNvPr>
            <p:cNvGrpSpPr/>
            <p:nvPr/>
          </p:nvGrpSpPr>
          <p:grpSpPr>
            <a:xfrm>
              <a:off x="8996362" y="2328862"/>
              <a:ext cx="571500" cy="476250"/>
              <a:chOff x="8996362" y="2328862"/>
              <a:chExt cx="571500" cy="476250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C828D0E9-BDBC-F254-8383-EA1273E16E2C}"/>
                  </a:ext>
                </a:extLst>
              </p:cNvPr>
              <p:cNvSpPr/>
              <p:nvPr/>
            </p:nvSpPr>
            <p:spPr>
              <a:xfrm>
                <a:off x="8996362" y="2328862"/>
                <a:ext cx="571500" cy="47625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BCF7550-0F64-B199-0C84-4FDCF64A4FFB}"/>
                  </a:ext>
                </a:extLst>
              </p:cNvPr>
              <p:cNvSpPr txBox="1"/>
              <p:nvPr/>
            </p:nvSpPr>
            <p:spPr>
              <a:xfrm>
                <a:off x="9082660" y="2376487"/>
                <a:ext cx="421910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Role</a:t>
                </a:r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B4C1CA4-214C-6E8B-F557-2AA06EA588EE}"/>
                </a:ext>
              </a:extLst>
            </p:cNvPr>
            <p:cNvSpPr/>
            <p:nvPr/>
          </p:nvSpPr>
          <p:spPr>
            <a:xfrm>
              <a:off x="10664380" y="1958911"/>
              <a:ext cx="65532" cy="236791"/>
            </a:xfrm>
            <a:custGeom>
              <a:avLst/>
              <a:gdLst>
                <a:gd name="csX0" fmla="*/ 1 w 65532"/>
                <a:gd name="csY0" fmla="*/ 1 h 236791"/>
                <a:gd name="csX1" fmla="*/ 65533 w 65532"/>
                <a:gd name="csY1" fmla="*/ 381 h 236791"/>
                <a:gd name="csX2" fmla="*/ 65151 w 65532"/>
                <a:gd name="csY2" fmla="*/ 236792 h 2367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5532" h="236791">
                  <a:moveTo>
                    <a:pt x="1" y="1"/>
                  </a:moveTo>
                  <a:lnTo>
                    <a:pt x="65533" y="381"/>
                  </a:lnTo>
                  <a:lnTo>
                    <a:pt x="65151" y="236792"/>
                  </a:ln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4" name="Graphic 4">
              <a:extLst>
                <a:ext uri="{FF2B5EF4-FFF2-40B4-BE49-F238E27FC236}">
                  <a16:creationId xmlns:a16="http://schemas.microsoft.com/office/drawing/2014/main" id="{B8E407B3-6325-EF94-CB27-00415CE8C051}"/>
                </a:ext>
              </a:extLst>
            </p:cNvPr>
            <p:cNvGrpSpPr/>
            <p:nvPr/>
          </p:nvGrpSpPr>
          <p:grpSpPr>
            <a:xfrm>
              <a:off x="10329862" y="1233487"/>
              <a:ext cx="762000" cy="762000"/>
              <a:chOff x="10329862" y="1233487"/>
              <a:chExt cx="762000" cy="762000"/>
            </a:xfrm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921499C7-7A7C-FE4B-C86E-53A35699ACE9}"/>
                  </a:ext>
                </a:extLst>
              </p:cNvPr>
              <p:cNvSpPr/>
              <p:nvPr/>
            </p:nvSpPr>
            <p:spPr>
              <a:xfrm>
                <a:off x="10329862" y="1233487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712897C-BABA-51A2-4A75-ECDC34DD521E}"/>
                  </a:ext>
                </a:extLst>
              </p:cNvPr>
              <p:cNvSpPr txBox="1"/>
              <p:nvPr/>
            </p:nvSpPr>
            <p:spPr>
              <a:xfrm>
                <a:off x="10425112" y="1486899"/>
                <a:ext cx="66675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Contrubuted_by</a:t>
                </a:r>
                <a:endParaRPr lang="en-US" sz="90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35859ED8-3AC5-7F5B-8083-E799F31FBCFA}"/>
                </a:ext>
              </a:extLst>
            </p:cNvPr>
            <p:cNvSpPr/>
            <p:nvPr/>
          </p:nvSpPr>
          <p:spPr>
            <a:xfrm>
              <a:off x="6234112" y="5519737"/>
              <a:ext cx="1619250" cy="571500"/>
            </a:xfrm>
            <a:custGeom>
              <a:avLst/>
              <a:gdLst>
                <a:gd name="csX0" fmla="*/ 1619251 w 1619250"/>
                <a:gd name="csY0" fmla="*/ 571501 h 571500"/>
                <a:gd name="csX1" fmla="*/ 1 w 1619250"/>
                <a:gd name="csY1" fmla="*/ 571501 h 571500"/>
                <a:gd name="csX2" fmla="*/ 1 w 1619250"/>
                <a:gd name="csY2" fmla="*/ 1 h 571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19250" h="571500">
                  <a:moveTo>
                    <a:pt x="1619251" y="571501"/>
                  </a:moveTo>
                  <a:lnTo>
                    <a:pt x="1" y="571501"/>
                  </a:lnTo>
                  <a:lnTo>
                    <a:pt x="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8" name="Graphic 4">
              <a:extLst>
                <a:ext uri="{FF2B5EF4-FFF2-40B4-BE49-F238E27FC236}">
                  <a16:creationId xmlns:a16="http://schemas.microsoft.com/office/drawing/2014/main" id="{CCBC6A66-785B-40DF-2EFA-CFE7CC3F7F73}"/>
                </a:ext>
              </a:extLst>
            </p:cNvPr>
            <p:cNvGrpSpPr/>
            <p:nvPr/>
          </p:nvGrpSpPr>
          <p:grpSpPr>
            <a:xfrm>
              <a:off x="7853362" y="5710237"/>
              <a:ext cx="762000" cy="762000"/>
              <a:chOff x="7853362" y="5710237"/>
              <a:chExt cx="762000" cy="762000"/>
            </a:xfrm>
          </p:grpSpPr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C1B6B188-B358-3663-1C80-AC0ACB01D465}"/>
                  </a:ext>
                </a:extLst>
              </p:cNvPr>
              <p:cNvSpPr/>
              <p:nvPr/>
            </p:nvSpPr>
            <p:spPr>
              <a:xfrm>
                <a:off x="7853362" y="5710237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59DBD99-D211-A7C1-123E-9C745F407271}"/>
                  </a:ext>
                </a:extLst>
              </p:cNvPr>
              <p:cNvSpPr txBox="1"/>
              <p:nvPr/>
            </p:nvSpPr>
            <p:spPr>
              <a:xfrm>
                <a:off x="7909129" y="6048443"/>
                <a:ext cx="60144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Manage</a:t>
                </a:r>
              </a:p>
            </p:txBody>
          </p:sp>
        </p:grpSp>
        <p:grpSp>
          <p:nvGrpSpPr>
            <p:cNvPr id="111" name="Graphic 4">
              <a:extLst>
                <a:ext uri="{FF2B5EF4-FFF2-40B4-BE49-F238E27FC236}">
                  <a16:creationId xmlns:a16="http://schemas.microsoft.com/office/drawing/2014/main" id="{DC3ABFE8-981F-B8EF-9237-92802883C103}"/>
                </a:ext>
              </a:extLst>
            </p:cNvPr>
            <p:cNvGrpSpPr/>
            <p:nvPr/>
          </p:nvGrpSpPr>
          <p:grpSpPr>
            <a:xfrm>
              <a:off x="8647271" y="6049708"/>
              <a:ext cx="634841" cy="85725"/>
              <a:chOff x="8647271" y="6049708"/>
              <a:chExt cx="634841" cy="85725"/>
            </a:xfrm>
          </p:grpSpPr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38779D22-6D2B-6333-6149-B60987CA5CBB}"/>
                  </a:ext>
                </a:extLst>
              </p:cNvPr>
              <p:cNvSpPr/>
              <p:nvPr/>
            </p:nvSpPr>
            <p:spPr>
              <a:xfrm>
                <a:off x="8711564" y="6092380"/>
                <a:ext cx="570547" cy="3048"/>
              </a:xfrm>
              <a:custGeom>
                <a:avLst/>
                <a:gdLst>
                  <a:gd name="csX0" fmla="*/ 570548 w 570547"/>
                  <a:gd name="csY0" fmla="*/ 3049 h 3048"/>
                  <a:gd name="csX1" fmla="*/ 237173 w 570547"/>
                  <a:gd name="csY1" fmla="*/ 2668 h 3048"/>
                  <a:gd name="csX2" fmla="*/ 1 w 570547"/>
                  <a:gd name="csY2" fmla="*/ 1 h 30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70547" h="3048">
                    <a:moveTo>
                      <a:pt x="570548" y="3049"/>
                    </a:moveTo>
                    <a:lnTo>
                      <a:pt x="237173" y="2668"/>
                    </a:lnTo>
                    <a:lnTo>
                      <a:pt x="1" y="1"/>
                    </a:lnTo>
                  </a:path>
                </a:pathLst>
              </a:custGeom>
              <a:noFill/>
              <a:ln w="285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69649D11-A9A6-6E84-3F03-42E489B9446A}"/>
                  </a:ext>
                </a:extLst>
              </p:cNvPr>
              <p:cNvSpPr/>
              <p:nvPr/>
            </p:nvSpPr>
            <p:spPr>
              <a:xfrm>
                <a:off x="8647271" y="6049708"/>
                <a:ext cx="86201" cy="85725"/>
              </a:xfrm>
              <a:custGeom>
                <a:avLst/>
                <a:gdLst>
                  <a:gd name="csX0" fmla="*/ 1 w 86201"/>
                  <a:gd name="csY0" fmla="*/ 41910 h 85725"/>
                  <a:gd name="csX1" fmla="*/ 86202 w 86201"/>
                  <a:gd name="csY1" fmla="*/ 1 h 85725"/>
                  <a:gd name="csX2" fmla="*/ 64294 w 86201"/>
                  <a:gd name="csY2" fmla="*/ 42672 h 85725"/>
                  <a:gd name="csX3" fmla="*/ 85249 w 86201"/>
                  <a:gd name="csY3" fmla="*/ 85726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6201" h="85725">
                    <a:moveTo>
                      <a:pt x="1" y="41910"/>
                    </a:moveTo>
                    <a:lnTo>
                      <a:pt x="86202" y="1"/>
                    </a:lnTo>
                    <a:lnTo>
                      <a:pt x="64294" y="42672"/>
                    </a:lnTo>
                    <a:lnTo>
                      <a:pt x="85249" y="85726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" name="Graphic 4">
              <a:extLst>
                <a:ext uri="{FF2B5EF4-FFF2-40B4-BE49-F238E27FC236}">
                  <a16:creationId xmlns:a16="http://schemas.microsoft.com/office/drawing/2014/main" id="{EAF8DCF9-70CA-0351-965C-CB2855DBECFC}"/>
                </a:ext>
              </a:extLst>
            </p:cNvPr>
            <p:cNvGrpSpPr/>
            <p:nvPr/>
          </p:nvGrpSpPr>
          <p:grpSpPr>
            <a:xfrm>
              <a:off x="9282112" y="5710237"/>
              <a:ext cx="1143000" cy="571500"/>
              <a:chOff x="9282112" y="5710237"/>
              <a:chExt cx="1143000" cy="571500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A829593A-B111-2814-0181-79E15EF2F8FA}"/>
                  </a:ext>
                </a:extLst>
              </p:cNvPr>
              <p:cNvSpPr/>
              <p:nvPr/>
            </p:nvSpPr>
            <p:spPr>
              <a:xfrm>
                <a:off x="9282112" y="5710237"/>
                <a:ext cx="1143000" cy="5715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3E32717-AB52-A39E-2C8D-2A49E2EA3C10}"/>
                  </a:ext>
                </a:extLst>
              </p:cNvPr>
              <p:cNvSpPr txBox="1"/>
              <p:nvPr/>
            </p:nvSpPr>
            <p:spPr>
              <a:xfrm>
                <a:off x="9547701" y="5880132"/>
                <a:ext cx="60785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Budgets</a:t>
                </a:r>
              </a:p>
            </p:txBody>
          </p:sp>
        </p:grp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A19D51A4-D6EC-FE58-8907-F8F4C9DB9D92}"/>
                </a:ext>
              </a:extLst>
            </p:cNvPr>
            <p:cNvSpPr/>
            <p:nvPr/>
          </p:nvSpPr>
          <p:spPr>
            <a:xfrm>
              <a:off x="10806112" y="2757487"/>
              <a:ext cx="9525" cy="857250"/>
            </a:xfrm>
            <a:custGeom>
              <a:avLst/>
              <a:gdLst>
                <a:gd name="csX0" fmla="*/ 1 w 9525"/>
                <a:gd name="csY0" fmla="*/ 857251 h 857250"/>
                <a:gd name="csX1" fmla="*/ 1 w 9525"/>
                <a:gd name="csY1" fmla="*/ 1 h 857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857250">
                  <a:moveTo>
                    <a:pt x="1" y="857251"/>
                  </a:moveTo>
                  <a:lnTo>
                    <a:pt x="1" y="1"/>
                  </a:ln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E556E9B-00EF-09E7-9077-26BE235469E8}"/>
                </a:ext>
              </a:extLst>
            </p:cNvPr>
            <p:cNvSpPr/>
            <p:nvPr/>
          </p:nvSpPr>
          <p:spPr>
            <a:xfrm>
              <a:off x="10425112" y="4376737"/>
              <a:ext cx="381000" cy="1619250"/>
            </a:xfrm>
            <a:custGeom>
              <a:avLst/>
              <a:gdLst>
                <a:gd name="csX0" fmla="*/ 381001 w 381000"/>
                <a:gd name="csY0" fmla="*/ 1 h 1619250"/>
                <a:gd name="csX1" fmla="*/ 381001 w 381000"/>
                <a:gd name="csY1" fmla="*/ 1619251 h 1619250"/>
                <a:gd name="csX2" fmla="*/ 1 w 381000"/>
                <a:gd name="csY2" fmla="*/ 1619251 h 1619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1000" h="1619250">
                  <a:moveTo>
                    <a:pt x="381001" y="1"/>
                  </a:moveTo>
                  <a:lnTo>
                    <a:pt x="381001" y="1619251"/>
                  </a:lnTo>
                  <a:lnTo>
                    <a:pt x="1" y="16192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9" name="Graphic 4">
              <a:extLst>
                <a:ext uri="{FF2B5EF4-FFF2-40B4-BE49-F238E27FC236}">
                  <a16:creationId xmlns:a16="http://schemas.microsoft.com/office/drawing/2014/main" id="{48FEF884-F02C-6A44-5029-C108156268FE}"/>
                </a:ext>
              </a:extLst>
            </p:cNvPr>
            <p:cNvGrpSpPr/>
            <p:nvPr/>
          </p:nvGrpSpPr>
          <p:grpSpPr>
            <a:xfrm>
              <a:off x="10425112" y="3614737"/>
              <a:ext cx="762000" cy="762000"/>
              <a:chOff x="10425112" y="3614737"/>
              <a:chExt cx="762000" cy="762000"/>
            </a:xfrm>
          </p:grpSpPr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F5780B66-2EA0-C2B9-2CAD-0D9217136EB3}"/>
                  </a:ext>
                </a:extLst>
              </p:cNvPr>
              <p:cNvSpPr/>
              <p:nvPr/>
            </p:nvSpPr>
            <p:spPr>
              <a:xfrm>
                <a:off x="10425112" y="3614737"/>
                <a:ext cx="762000" cy="762000"/>
              </a:xfrm>
              <a:custGeom>
                <a:avLst/>
                <a:gdLst>
                  <a:gd name="csX0" fmla="*/ 381001 w 762000"/>
                  <a:gd name="csY0" fmla="*/ 1 h 762000"/>
                  <a:gd name="csX1" fmla="*/ 762001 w 762000"/>
                  <a:gd name="csY1" fmla="*/ 381001 h 762000"/>
                  <a:gd name="csX2" fmla="*/ 381001 w 762000"/>
                  <a:gd name="csY2" fmla="*/ 762001 h 762000"/>
                  <a:gd name="csX3" fmla="*/ 1 w 762000"/>
                  <a:gd name="csY3" fmla="*/ 381001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0" h="762000">
                    <a:moveTo>
                      <a:pt x="381001" y="1"/>
                    </a:moveTo>
                    <a:lnTo>
                      <a:pt x="762001" y="381001"/>
                    </a:lnTo>
                    <a:lnTo>
                      <a:pt x="381001" y="762001"/>
                    </a:lnTo>
                    <a:lnTo>
                      <a:pt x="1" y="3810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5FA7A35A-175F-D6A3-315B-37124CF49622}"/>
                  </a:ext>
                </a:extLst>
              </p:cNvPr>
              <p:cNvSpPr txBox="1"/>
              <p:nvPr/>
            </p:nvSpPr>
            <p:spPr>
              <a:xfrm>
                <a:off x="10516079" y="3946557"/>
                <a:ext cx="57579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Funded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066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4">
            <a:extLst>
              <a:ext uri="{FF2B5EF4-FFF2-40B4-BE49-F238E27FC236}">
                <a16:creationId xmlns:a16="http://schemas.microsoft.com/office/drawing/2014/main" id="{9A25213C-5A9A-4CFB-6179-BDCA61BB61AE}"/>
              </a:ext>
            </a:extLst>
          </p:cNvPr>
          <p:cNvGrpSpPr/>
          <p:nvPr/>
        </p:nvGrpSpPr>
        <p:grpSpPr>
          <a:xfrm>
            <a:off x="1312755" y="1376222"/>
            <a:ext cx="10166846" cy="6839515"/>
            <a:chOff x="1007955" y="4621"/>
            <a:chExt cx="10166846" cy="683951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B2B7769-88F9-5660-1199-13BBA9C105C8}"/>
                </a:ext>
              </a:extLst>
            </p:cNvPr>
            <p:cNvSpPr/>
            <p:nvPr/>
          </p:nvSpPr>
          <p:spPr>
            <a:xfrm>
              <a:off x="6183804" y="2592545"/>
              <a:ext cx="9242" cy="277277"/>
            </a:xfrm>
            <a:custGeom>
              <a:avLst/>
              <a:gdLst>
                <a:gd name="csX0" fmla="*/ 1 w 9242"/>
                <a:gd name="csY0" fmla="*/ 1 h 277277"/>
                <a:gd name="csX1" fmla="*/ 1 w 9242"/>
                <a:gd name="csY1" fmla="*/ 184852 h 277277"/>
                <a:gd name="csX2" fmla="*/ 1 w 9242"/>
                <a:gd name="csY2" fmla="*/ 92426 h 277277"/>
                <a:gd name="csX3" fmla="*/ 1 w 9242"/>
                <a:gd name="csY3" fmla="*/ 277278 h 277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42" h="277277">
                  <a:moveTo>
                    <a:pt x="1" y="1"/>
                  </a:moveTo>
                  <a:lnTo>
                    <a:pt x="1" y="184852"/>
                  </a:lnTo>
                  <a:lnTo>
                    <a:pt x="1" y="92426"/>
                  </a:lnTo>
                  <a:lnTo>
                    <a:pt x="1" y="277278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F68FE2-6556-0CB2-177B-FC5C614DCF84}"/>
                </a:ext>
              </a:extLst>
            </p:cNvPr>
            <p:cNvSpPr/>
            <p:nvPr/>
          </p:nvSpPr>
          <p:spPr>
            <a:xfrm>
              <a:off x="6183804" y="1668287"/>
              <a:ext cx="9242" cy="369703"/>
            </a:xfrm>
            <a:custGeom>
              <a:avLst/>
              <a:gdLst>
                <a:gd name="csX0" fmla="*/ 1 w 9242"/>
                <a:gd name="csY0" fmla="*/ 369704 h 369703"/>
                <a:gd name="csX1" fmla="*/ 1 w 9242"/>
                <a:gd name="csY1" fmla="*/ 1 h 3697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242" h="369703">
                  <a:moveTo>
                    <a:pt x="1" y="369704"/>
                  </a:moveTo>
                  <a:lnTo>
                    <a:pt x="1" y="1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2F4E71B6-F0F9-55E7-D650-E0F6546A4DD6}"/>
                </a:ext>
              </a:extLst>
            </p:cNvPr>
            <p:cNvGrpSpPr/>
            <p:nvPr/>
          </p:nvGrpSpPr>
          <p:grpSpPr>
            <a:xfrm>
              <a:off x="5629249" y="2037990"/>
              <a:ext cx="1109110" cy="554555"/>
              <a:chOff x="5629249" y="2037990"/>
              <a:chExt cx="1109110" cy="55455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8414A90-BF95-44F0-46AF-63395A750B5D}"/>
                  </a:ext>
                </a:extLst>
              </p:cNvPr>
              <p:cNvSpPr/>
              <p:nvPr/>
            </p:nvSpPr>
            <p:spPr>
              <a:xfrm>
                <a:off x="5629249" y="2037990"/>
                <a:ext cx="1109110" cy="554555"/>
              </a:xfrm>
              <a:prstGeom prst="rect">
                <a:avLst/>
              </a:pr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26C5BE-3A93-81B2-C796-11B29066F7E1}"/>
                  </a:ext>
                </a:extLst>
              </p:cNvPr>
              <p:cNvSpPr txBox="1"/>
              <p:nvPr/>
            </p:nvSpPr>
            <p:spPr>
              <a:xfrm>
                <a:off x="5912034" y="2201492"/>
                <a:ext cx="55015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Person</a:t>
                </a: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6615CF-1E5D-BAEA-08C5-3179C861A1FB}"/>
                </a:ext>
              </a:extLst>
            </p:cNvPr>
            <p:cNvSpPr/>
            <p:nvPr/>
          </p:nvSpPr>
          <p:spPr>
            <a:xfrm>
              <a:off x="6183804" y="3424378"/>
              <a:ext cx="369703" cy="277277"/>
            </a:xfrm>
            <a:custGeom>
              <a:avLst/>
              <a:gdLst>
                <a:gd name="csX0" fmla="*/ 1 w 369703"/>
                <a:gd name="csY0" fmla="*/ 1 h 277277"/>
                <a:gd name="csX1" fmla="*/ 369704 w 369703"/>
                <a:gd name="csY1" fmla="*/ 1 h 277277"/>
                <a:gd name="csX2" fmla="*/ 369704 w 369703"/>
                <a:gd name="csY2" fmla="*/ 277278 h 277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9703" h="277277">
                  <a:moveTo>
                    <a:pt x="1" y="1"/>
                  </a:moveTo>
                  <a:lnTo>
                    <a:pt x="369704" y="1"/>
                  </a:lnTo>
                  <a:lnTo>
                    <a:pt x="369704" y="277278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44E613B-8F8F-2840-0AC4-719687524D90}"/>
                </a:ext>
              </a:extLst>
            </p:cNvPr>
            <p:cNvSpPr/>
            <p:nvPr/>
          </p:nvSpPr>
          <p:spPr>
            <a:xfrm>
              <a:off x="5814101" y="3424378"/>
              <a:ext cx="369703" cy="277277"/>
            </a:xfrm>
            <a:custGeom>
              <a:avLst/>
              <a:gdLst>
                <a:gd name="csX0" fmla="*/ 369704 w 369703"/>
                <a:gd name="csY0" fmla="*/ 1 h 277277"/>
                <a:gd name="csX1" fmla="*/ 1 w 369703"/>
                <a:gd name="csY1" fmla="*/ 1 h 277277"/>
                <a:gd name="csX2" fmla="*/ 1 w 369703"/>
                <a:gd name="csY2" fmla="*/ 277278 h 277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9703" h="277277">
                  <a:moveTo>
                    <a:pt x="369704" y="1"/>
                  </a:moveTo>
                  <a:lnTo>
                    <a:pt x="1" y="1"/>
                  </a:lnTo>
                  <a:lnTo>
                    <a:pt x="1" y="277278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" name="Graphic 4">
              <a:extLst>
                <a:ext uri="{FF2B5EF4-FFF2-40B4-BE49-F238E27FC236}">
                  <a16:creationId xmlns:a16="http://schemas.microsoft.com/office/drawing/2014/main" id="{F34F805F-7B0D-C9EA-B0AF-949A8D4435A3}"/>
                </a:ext>
              </a:extLst>
            </p:cNvPr>
            <p:cNvGrpSpPr/>
            <p:nvPr/>
          </p:nvGrpSpPr>
          <p:grpSpPr>
            <a:xfrm>
              <a:off x="5814100" y="2869823"/>
              <a:ext cx="739407" cy="554555"/>
              <a:chOff x="5814100" y="2869823"/>
              <a:chExt cx="739407" cy="554555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16FB28A1-D364-A664-6FE7-0D0312CA99B0}"/>
                  </a:ext>
                </a:extLst>
              </p:cNvPr>
              <p:cNvSpPr/>
              <p:nvPr/>
            </p:nvSpPr>
            <p:spPr>
              <a:xfrm rot="-5400000">
                <a:off x="5906526" y="2777397"/>
                <a:ext cx="554555" cy="739407"/>
              </a:xfrm>
              <a:custGeom>
                <a:avLst/>
                <a:gdLst>
                  <a:gd name="csX0" fmla="*/ 1 w 554555"/>
                  <a:gd name="csY0" fmla="*/ 1 h 739407"/>
                  <a:gd name="csX1" fmla="*/ 554556 w 554555"/>
                  <a:gd name="csY1" fmla="*/ 369704 h 739407"/>
                  <a:gd name="csX2" fmla="*/ 1 w 554555"/>
                  <a:gd name="csY2" fmla="*/ 739408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54555" h="739407">
                    <a:moveTo>
                      <a:pt x="1" y="1"/>
                    </a:moveTo>
                    <a:lnTo>
                      <a:pt x="554556" y="369704"/>
                    </a:lnTo>
                    <a:lnTo>
                      <a:pt x="1" y="739408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13A8DE-322D-BDDE-96BA-D54E5A00FEBD}"/>
                  </a:ext>
                </a:extLst>
              </p:cNvPr>
              <p:cNvSpPr txBox="1"/>
              <p:nvPr/>
            </p:nvSpPr>
            <p:spPr>
              <a:xfrm rot="16200000">
                <a:off x="6007739" y="3100998"/>
                <a:ext cx="37061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76C0981-254B-0C1C-803F-6D84B80B4A07}"/>
                </a:ext>
              </a:extLst>
            </p:cNvPr>
            <p:cNvSpPr/>
            <p:nvPr/>
          </p:nvSpPr>
          <p:spPr>
            <a:xfrm>
              <a:off x="7108063" y="4256211"/>
              <a:ext cx="9242" cy="277277"/>
            </a:xfrm>
            <a:custGeom>
              <a:avLst/>
              <a:gdLst>
                <a:gd name="csX0" fmla="*/ 1 w 9242"/>
                <a:gd name="csY0" fmla="*/ 1 h 277277"/>
                <a:gd name="csX1" fmla="*/ 1 w 9242"/>
                <a:gd name="csY1" fmla="*/ 277278 h 277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242" h="277277">
                  <a:moveTo>
                    <a:pt x="1" y="1"/>
                  </a:moveTo>
                  <a:lnTo>
                    <a:pt x="1" y="277278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1D447B8-10A0-B423-87AE-6A01D99EBE92}"/>
                </a:ext>
              </a:extLst>
            </p:cNvPr>
            <p:cNvSpPr/>
            <p:nvPr/>
          </p:nvSpPr>
          <p:spPr>
            <a:xfrm>
              <a:off x="7662618" y="3424378"/>
              <a:ext cx="1109110" cy="277277"/>
            </a:xfrm>
            <a:custGeom>
              <a:avLst/>
              <a:gdLst>
                <a:gd name="csX0" fmla="*/ 1 w 1109110"/>
                <a:gd name="csY0" fmla="*/ 277278 h 277277"/>
                <a:gd name="csX1" fmla="*/ 1 w 1109110"/>
                <a:gd name="csY1" fmla="*/ 1 h 277277"/>
                <a:gd name="csX2" fmla="*/ 1109111 w 1109110"/>
                <a:gd name="csY2" fmla="*/ 1 h 277277"/>
                <a:gd name="csX3" fmla="*/ 1109111 w 1109110"/>
                <a:gd name="csY3" fmla="*/ 184852 h 277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09110" h="277277">
                  <a:moveTo>
                    <a:pt x="1" y="277278"/>
                  </a:moveTo>
                  <a:lnTo>
                    <a:pt x="1" y="1"/>
                  </a:lnTo>
                  <a:lnTo>
                    <a:pt x="1109111" y="1"/>
                  </a:lnTo>
                  <a:lnTo>
                    <a:pt x="1109111" y="184852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DA5D4D02-843A-E1E5-BBA8-24E6834634CC}"/>
                </a:ext>
              </a:extLst>
            </p:cNvPr>
            <p:cNvGrpSpPr/>
            <p:nvPr/>
          </p:nvGrpSpPr>
          <p:grpSpPr>
            <a:xfrm>
              <a:off x="7662618" y="4256211"/>
              <a:ext cx="1150702" cy="277277"/>
              <a:chOff x="7662618" y="4256211"/>
              <a:chExt cx="1150702" cy="277277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37F89AF-C4E3-7C2B-60A2-48BFCA90BBDB}"/>
                  </a:ext>
                </a:extLst>
              </p:cNvPr>
              <p:cNvSpPr/>
              <p:nvPr/>
            </p:nvSpPr>
            <p:spPr>
              <a:xfrm>
                <a:off x="7662618" y="4256211"/>
                <a:ext cx="1109110" cy="277277"/>
              </a:xfrm>
              <a:custGeom>
                <a:avLst/>
                <a:gdLst>
                  <a:gd name="csX0" fmla="*/ 1 w 1109110"/>
                  <a:gd name="csY0" fmla="*/ 1 h 277277"/>
                  <a:gd name="csX1" fmla="*/ 1 w 1109110"/>
                  <a:gd name="csY1" fmla="*/ 277278 h 277277"/>
                  <a:gd name="csX2" fmla="*/ 1109111 w 1109110"/>
                  <a:gd name="csY2" fmla="*/ 277278 h 277277"/>
                  <a:gd name="csX3" fmla="*/ 1109111 w 1109110"/>
                  <a:gd name="csY3" fmla="*/ 185777 h 2772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09110" h="277277">
                    <a:moveTo>
                      <a:pt x="1" y="1"/>
                    </a:moveTo>
                    <a:lnTo>
                      <a:pt x="1" y="277278"/>
                    </a:lnTo>
                    <a:lnTo>
                      <a:pt x="1109111" y="277278"/>
                    </a:lnTo>
                    <a:lnTo>
                      <a:pt x="1109111" y="185777"/>
                    </a:lnTo>
                  </a:path>
                </a:pathLst>
              </a:custGeom>
              <a:noFill/>
              <a:ln w="2771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1AF8DA1-4102-CE00-0F5C-2027039876FE}"/>
                  </a:ext>
                </a:extLst>
              </p:cNvPr>
              <p:cNvSpPr/>
              <p:nvPr/>
            </p:nvSpPr>
            <p:spPr>
              <a:xfrm>
                <a:off x="8730137" y="4379600"/>
                <a:ext cx="83183" cy="83183"/>
              </a:xfrm>
              <a:custGeom>
                <a:avLst/>
                <a:gdLst>
                  <a:gd name="csX0" fmla="*/ 41592 w 83183"/>
                  <a:gd name="csY0" fmla="*/ 1 h 83183"/>
                  <a:gd name="csX1" fmla="*/ 83184 w 83183"/>
                  <a:gd name="csY1" fmla="*/ 83184 h 83183"/>
                  <a:gd name="csX2" fmla="*/ 41592 w 83183"/>
                  <a:gd name="csY2" fmla="*/ 62388 h 83183"/>
                  <a:gd name="csX3" fmla="*/ 1 w 83183"/>
                  <a:gd name="csY3" fmla="*/ 83184 h 831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83" h="83183">
                    <a:moveTo>
                      <a:pt x="41592" y="1"/>
                    </a:moveTo>
                    <a:lnTo>
                      <a:pt x="83184" y="83184"/>
                    </a:lnTo>
                    <a:lnTo>
                      <a:pt x="41592" y="62388"/>
                    </a:lnTo>
                    <a:lnTo>
                      <a:pt x="1" y="83184"/>
                    </a:lnTo>
                    <a:close/>
                  </a:path>
                </a:pathLst>
              </a:custGeom>
              <a:solidFill>
                <a:srgbClr val="000000"/>
              </a:solidFill>
              <a:ln w="2771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D8B5A4FA-5AB0-8236-7626-CB63539E4F45}"/>
                </a:ext>
              </a:extLst>
            </p:cNvPr>
            <p:cNvGrpSpPr/>
            <p:nvPr/>
          </p:nvGrpSpPr>
          <p:grpSpPr>
            <a:xfrm>
              <a:off x="6553508" y="3701656"/>
              <a:ext cx="1109110" cy="554555"/>
              <a:chOff x="6553508" y="3701656"/>
              <a:chExt cx="1109110" cy="554555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4CC1D64-397B-FDA7-76A6-0AAA36AF1F35}"/>
                  </a:ext>
                </a:extLst>
              </p:cNvPr>
              <p:cNvSpPr/>
              <p:nvPr/>
            </p:nvSpPr>
            <p:spPr>
              <a:xfrm>
                <a:off x="6553508" y="3701656"/>
                <a:ext cx="1109110" cy="554555"/>
              </a:xfrm>
              <a:prstGeom prst="rect">
                <a:avLst/>
              </a:pr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EE2D464-63C9-8A19-57DC-DBE18E525895}"/>
                  </a:ext>
                </a:extLst>
              </p:cNvPr>
              <p:cNvSpPr txBox="1"/>
              <p:nvPr/>
            </p:nvSpPr>
            <p:spPr>
              <a:xfrm>
                <a:off x="6765403" y="3865158"/>
                <a:ext cx="69762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B65B9EC-6155-F9BC-1F80-6674EE298027}"/>
                </a:ext>
              </a:extLst>
            </p:cNvPr>
            <p:cNvSpPr/>
            <p:nvPr/>
          </p:nvSpPr>
          <p:spPr>
            <a:xfrm>
              <a:off x="4335286" y="3978933"/>
              <a:ext cx="369703" cy="9242"/>
            </a:xfrm>
            <a:custGeom>
              <a:avLst/>
              <a:gdLst>
                <a:gd name="csX0" fmla="*/ 369704 w 369703"/>
                <a:gd name="csY0" fmla="*/ 1 h 9242"/>
                <a:gd name="csX1" fmla="*/ 1 w 369703"/>
                <a:gd name="csY1" fmla="*/ 1 h 92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9703" h="9242">
                  <a:moveTo>
                    <a:pt x="369704" y="1"/>
                  </a:moveTo>
                  <a:lnTo>
                    <a:pt x="1" y="1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A64443E-54D9-27BF-CB5A-55AC1D806DD9}"/>
                </a:ext>
              </a:extLst>
            </p:cNvPr>
            <p:cNvSpPr/>
            <p:nvPr/>
          </p:nvSpPr>
          <p:spPr>
            <a:xfrm>
              <a:off x="4704990" y="4256211"/>
              <a:ext cx="9242" cy="369703"/>
            </a:xfrm>
            <a:custGeom>
              <a:avLst/>
              <a:gdLst>
                <a:gd name="csX0" fmla="*/ 1 w 9242"/>
                <a:gd name="csY0" fmla="*/ 1 h 369703"/>
                <a:gd name="csX1" fmla="*/ 1 w 9242"/>
                <a:gd name="csY1" fmla="*/ 369704 h 3697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242" h="369703">
                  <a:moveTo>
                    <a:pt x="1" y="1"/>
                  </a:moveTo>
                  <a:lnTo>
                    <a:pt x="1" y="369704"/>
                  </a:lnTo>
                </a:path>
              </a:pathLst>
            </a:custGeom>
            <a:noFill/>
            <a:ln w="2771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CB2E67F-C308-8080-F0E4-A1DCAB8542A6}"/>
                </a:ext>
              </a:extLst>
            </p:cNvPr>
            <p:cNvSpPr/>
            <p:nvPr/>
          </p:nvSpPr>
          <p:spPr>
            <a:xfrm>
              <a:off x="4335286" y="3978933"/>
              <a:ext cx="369703" cy="9242"/>
            </a:xfrm>
            <a:custGeom>
              <a:avLst/>
              <a:gdLst>
                <a:gd name="csX0" fmla="*/ 369704 w 369703"/>
                <a:gd name="csY0" fmla="*/ 1 h 9242"/>
                <a:gd name="csX1" fmla="*/ 1 w 369703"/>
                <a:gd name="csY1" fmla="*/ 1 h 92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9703" h="9242">
                  <a:moveTo>
                    <a:pt x="369704" y="1"/>
                  </a:moveTo>
                  <a:lnTo>
                    <a:pt x="1" y="1"/>
                  </a:lnTo>
                </a:path>
              </a:pathLst>
            </a:custGeom>
            <a:noFill/>
            <a:ln w="2771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" name="Graphic 4">
              <a:extLst>
                <a:ext uri="{FF2B5EF4-FFF2-40B4-BE49-F238E27FC236}">
                  <a16:creationId xmlns:a16="http://schemas.microsoft.com/office/drawing/2014/main" id="{B286D6EE-1D2E-1510-022D-68A24F68E875}"/>
                </a:ext>
              </a:extLst>
            </p:cNvPr>
            <p:cNvGrpSpPr/>
            <p:nvPr/>
          </p:nvGrpSpPr>
          <p:grpSpPr>
            <a:xfrm>
              <a:off x="4704990" y="3701656"/>
              <a:ext cx="1109110" cy="554555"/>
              <a:chOff x="4704990" y="3701656"/>
              <a:chExt cx="1109110" cy="554555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6582436-B440-6DDE-C7D9-8902F142EE60}"/>
                  </a:ext>
                </a:extLst>
              </p:cNvPr>
              <p:cNvSpPr/>
              <p:nvPr/>
            </p:nvSpPr>
            <p:spPr>
              <a:xfrm>
                <a:off x="4704990" y="3701656"/>
                <a:ext cx="1109110" cy="554555"/>
              </a:xfrm>
              <a:prstGeom prst="rect">
                <a:avLst/>
              </a:pr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DF54872-76C6-28DA-E216-F211403413A0}"/>
                  </a:ext>
                </a:extLst>
              </p:cNvPr>
              <p:cNvSpPr txBox="1"/>
              <p:nvPr/>
            </p:nvSpPr>
            <p:spPr>
              <a:xfrm>
                <a:off x="4972314" y="3865158"/>
                <a:ext cx="58221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Student</a:t>
                </a:r>
              </a:p>
            </p:txBody>
          </p:sp>
        </p:grp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0F52EA8-85FC-9750-C0F4-1833F4C5145C}"/>
                </a:ext>
              </a:extLst>
            </p:cNvPr>
            <p:cNvSpPr/>
            <p:nvPr/>
          </p:nvSpPr>
          <p:spPr>
            <a:xfrm>
              <a:off x="6738359" y="5088044"/>
              <a:ext cx="184851" cy="277277"/>
            </a:xfrm>
            <a:custGeom>
              <a:avLst/>
              <a:gdLst>
                <a:gd name="csX0" fmla="*/ 184852 w 184851"/>
                <a:gd name="csY0" fmla="*/ 1 h 277277"/>
                <a:gd name="csX1" fmla="*/ 1 w 184851"/>
                <a:gd name="csY1" fmla="*/ 1 h 277277"/>
                <a:gd name="csX2" fmla="*/ 1 w 184851"/>
                <a:gd name="csY2" fmla="*/ 277278 h 277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84851" h="277277">
                  <a:moveTo>
                    <a:pt x="184852" y="1"/>
                  </a:moveTo>
                  <a:lnTo>
                    <a:pt x="1" y="1"/>
                  </a:lnTo>
                  <a:lnTo>
                    <a:pt x="1" y="277278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" name="Graphic 4">
              <a:extLst>
                <a:ext uri="{FF2B5EF4-FFF2-40B4-BE49-F238E27FC236}">
                  <a16:creationId xmlns:a16="http://schemas.microsoft.com/office/drawing/2014/main" id="{9735568E-E986-49F7-00F2-BE4B891A0A5A}"/>
                </a:ext>
              </a:extLst>
            </p:cNvPr>
            <p:cNvGrpSpPr/>
            <p:nvPr/>
          </p:nvGrpSpPr>
          <p:grpSpPr>
            <a:xfrm>
              <a:off x="6738359" y="4533489"/>
              <a:ext cx="739407" cy="559038"/>
              <a:chOff x="6738359" y="4533489"/>
              <a:chExt cx="739407" cy="559038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FBB0348-ABAE-4068-ECBC-9751DAB817BF}"/>
                  </a:ext>
                </a:extLst>
              </p:cNvPr>
              <p:cNvSpPr/>
              <p:nvPr/>
            </p:nvSpPr>
            <p:spPr>
              <a:xfrm rot="-5400000">
                <a:off x="6830785" y="4441063"/>
                <a:ext cx="554555" cy="739407"/>
              </a:xfrm>
              <a:custGeom>
                <a:avLst/>
                <a:gdLst>
                  <a:gd name="csX0" fmla="*/ 1 w 554555"/>
                  <a:gd name="csY0" fmla="*/ 1 h 739407"/>
                  <a:gd name="csX1" fmla="*/ 554556 w 554555"/>
                  <a:gd name="csY1" fmla="*/ 369704 h 739407"/>
                  <a:gd name="csX2" fmla="*/ 1 w 554555"/>
                  <a:gd name="csY2" fmla="*/ 739408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54555" h="739407">
                    <a:moveTo>
                      <a:pt x="1" y="1"/>
                    </a:moveTo>
                    <a:lnTo>
                      <a:pt x="554556" y="369704"/>
                    </a:lnTo>
                    <a:lnTo>
                      <a:pt x="1" y="739408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97F559E-43CC-9CA3-0756-5DC09D6042F1}"/>
                  </a:ext>
                </a:extLst>
              </p:cNvPr>
              <p:cNvSpPr txBox="1"/>
              <p:nvPr/>
            </p:nvSpPr>
            <p:spPr>
              <a:xfrm rot="16200000">
                <a:off x="6931998" y="4791804"/>
                <a:ext cx="37061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C460F95-AE2F-9603-8E3E-4697D9B0AB43}"/>
                </a:ext>
              </a:extLst>
            </p:cNvPr>
            <p:cNvSpPr/>
            <p:nvPr/>
          </p:nvSpPr>
          <p:spPr>
            <a:xfrm>
              <a:off x="3318602" y="3978933"/>
              <a:ext cx="277277" cy="9242"/>
            </a:xfrm>
            <a:custGeom>
              <a:avLst/>
              <a:gdLst>
                <a:gd name="csX0" fmla="*/ 277278 w 277277"/>
                <a:gd name="csY0" fmla="*/ 1 h 9242"/>
                <a:gd name="csX1" fmla="*/ 1 w 277277"/>
                <a:gd name="csY1" fmla="*/ 1 h 92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7277" h="9242">
                  <a:moveTo>
                    <a:pt x="277278" y="1"/>
                  </a:moveTo>
                  <a:lnTo>
                    <a:pt x="1" y="1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7" name="Graphic 4">
              <a:extLst>
                <a:ext uri="{FF2B5EF4-FFF2-40B4-BE49-F238E27FC236}">
                  <a16:creationId xmlns:a16="http://schemas.microsoft.com/office/drawing/2014/main" id="{1AAA048A-9EED-24F2-1B7F-A0BF7EC63375}"/>
                </a:ext>
              </a:extLst>
            </p:cNvPr>
            <p:cNvGrpSpPr/>
            <p:nvPr/>
          </p:nvGrpSpPr>
          <p:grpSpPr>
            <a:xfrm>
              <a:off x="3595879" y="3609230"/>
              <a:ext cx="739407" cy="739407"/>
              <a:chOff x="3595879" y="3609230"/>
              <a:chExt cx="739407" cy="739407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FAFD90C5-3E68-76DC-0C97-A91C9FB5B11E}"/>
                  </a:ext>
                </a:extLst>
              </p:cNvPr>
              <p:cNvSpPr/>
              <p:nvPr/>
            </p:nvSpPr>
            <p:spPr>
              <a:xfrm>
                <a:off x="3595879" y="3609230"/>
                <a:ext cx="739407" cy="739407"/>
              </a:xfrm>
              <a:custGeom>
                <a:avLst/>
                <a:gdLst>
                  <a:gd name="csX0" fmla="*/ 369704 w 739407"/>
                  <a:gd name="csY0" fmla="*/ 1 h 739407"/>
                  <a:gd name="csX1" fmla="*/ 739408 w 739407"/>
                  <a:gd name="csY1" fmla="*/ 369704 h 739407"/>
                  <a:gd name="csX2" fmla="*/ 369704 w 739407"/>
                  <a:gd name="csY2" fmla="*/ 739408 h 739407"/>
                  <a:gd name="csX3" fmla="*/ 1 w 739407"/>
                  <a:gd name="csY3" fmla="*/ 369704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9407" h="739407">
                    <a:moveTo>
                      <a:pt x="369704" y="1"/>
                    </a:moveTo>
                    <a:lnTo>
                      <a:pt x="739408" y="369704"/>
                    </a:lnTo>
                    <a:lnTo>
                      <a:pt x="369704" y="739408"/>
                    </a:lnTo>
                    <a:lnTo>
                      <a:pt x="1" y="369704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4B536D-6416-471B-2606-566C793ABFEC}"/>
                  </a:ext>
                </a:extLst>
              </p:cNvPr>
              <p:cNvSpPr txBox="1"/>
              <p:nvPr/>
            </p:nvSpPr>
            <p:spPr>
              <a:xfrm>
                <a:off x="3670679" y="3910902"/>
                <a:ext cx="60785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Enrolled</a:t>
                </a:r>
              </a:p>
            </p:txBody>
          </p:sp>
        </p:grpSp>
        <p:grpSp>
          <p:nvGrpSpPr>
            <p:cNvPr id="40" name="Graphic 4">
              <a:extLst>
                <a:ext uri="{FF2B5EF4-FFF2-40B4-BE49-F238E27FC236}">
                  <a16:creationId xmlns:a16="http://schemas.microsoft.com/office/drawing/2014/main" id="{40078DE7-41E9-527D-F1DF-458D725235DB}"/>
                </a:ext>
              </a:extLst>
            </p:cNvPr>
            <p:cNvGrpSpPr/>
            <p:nvPr/>
          </p:nvGrpSpPr>
          <p:grpSpPr>
            <a:xfrm>
              <a:off x="2196451" y="3701656"/>
              <a:ext cx="1165704" cy="554555"/>
              <a:chOff x="2196451" y="3701656"/>
              <a:chExt cx="1165704" cy="554555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D73714B-AE3C-562E-6E18-E79AE146F894}"/>
                  </a:ext>
                </a:extLst>
              </p:cNvPr>
              <p:cNvSpPr/>
              <p:nvPr/>
            </p:nvSpPr>
            <p:spPr>
              <a:xfrm>
                <a:off x="2209491" y="3701656"/>
                <a:ext cx="1109110" cy="554555"/>
              </a:xfrm>
              <a:prstGeom prst="rect">
                <a:avLst/>
              </a:pr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EA0BA34-DBDF-BA38-0369-55B9703E31CF}"/>
                  </a:ext>
                </a:extLst>
              </p:cNvPr>
              <p:cNvSpPr txBox="1"/>
              <p:nvPr/>
            </p:nvSpPr>
            <p:spPr>
              <a:xfrm>
                <a:off x="2196451" y="3865158"/>
                <a:ext cx="116570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Program</a:t>
                </a:r>
              </a:p>
            </p:txBody>
          </p:sp>
        </p:grpSp>
        <p:grpSp>
          <p:nvGrpSpPr>
            <p:cNvPr id="43" name="Graphic 4">
              <a:extLst>
                <a:ext uri="{FF2B5EF4-FFF2-40B4-BE49-F238E27FC236}">
                  <a16:creationId xmlns:a16="http://schemas.microsoft.com/office/drawing/2014/main" id="{2B42D47E-FCD6-8562-9C7C-8D7E44C61206}"/>
                </a:ext>
              </a:extLst>
            </p:cNvPr>
            <p:cNvGrpSpPr/>
            <p:nvPr/>
          </p:nvGrpSpPr>
          <p:grpSpPr>
            <a:xfrm>
              <a:off x="5582253" y="5365322"/>
              <a:ext cx="1236236" cy="554555"/>
              <a:chOff x="5582253" y="5365322"/>
              <a:chExt cx="1236236" cy="554555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DDF89FC-435B-D383-7DDF-B219D15932EF}"/>
                  </a:ext>
                </a:extLst>
              </p:cNvPr>
              <p:cNvSpPr/>
              <p:nvPr/>
            </p:nvSpPr>
            <p:spPr>
              <a:xfrm>
                <a:off x="5629249" y="5365322"/>
                <a:ext cx="1109110" cy="554555"/>
              </a:xfrm>
              <a:prstGeom prst="rect">
                <a:avLst/>
              </a:pr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8D31921-F193-1E32-4862-DA7724D6EE59}"/>
                  </a:ext>
                </a:extLst>
              </p:cNvPr>
              <p:cNvSpPr txBox="1"/>
              <p:nvPr/>
            </p:nvSpPr>
            <p:spPr>
              <a:xfrm>
                <a:off x="5582253" y="5528823"/>
                <a:ext cx="1236236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Employee</a:t>
                </a:r>
              </a:p>
            </p:txBody>
          </p:sp>
        </p:grpSp>
        <p:grpSp>
          <p:nvGrpSpPr>
            <p:cNvPr id="46" name="Graphic 4">
              <a:extLst>
                <a:ext uri="{FF2B5EF4-FFF2-40B4-BE49-F238E27FC236}">
                  <a16:creationId xmlns:a16="http://schemas.microsoft.com/office/drawing/2014/main" id="{27819FA4-C6D3-4F56-DB7D-F4E91DB7A33D}"/>
                </a:ext>
              </a:extLst>
            </p:cNvPr>
            <p:cNvGrpSpPr/>
            <p:nvPr/>
          </p:nvGrpSpPr>
          <p:grpSpPr>
            <a:xfrm>
              <a:off x="7477766" y="5365322"/>
              <a:ext cx="1109110" cy="554555"/>
              <a:chOff x="7477766" y="5365322"/>
              <a:chExt cx="1109110" cy="554555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FE884EA-6F69-55B4-409C-9627E450F00B}"/>
                  </a:ext>
                </a:extLst>
              </p:cNvPr>
              <p:cNvSpPr/>
              <p:nvPr/>
            </p:nvSpPr>
            <p:spPr>
              <a:xfrm>
                <a:off x="7477766" y="5365322"/>
                <a:ext cx="1109110" cy="554555"/>
              </a:xfrm>
              <a:prstGeom prst="rect">
                <a:avLst/>
              </a:pr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AFA4342-047A-D6A7-614C-827C0279AA8B}"/>
                  </a:ext>
                </a:extLst>
              </p:cNvPr>
              <p:cNvSpPr txBox="1"/>
              <p:nvPr/>
            </p:nvSpPr>
            <p:spPr>
              <a:xfrm>
                <a:off x="7572577" y="5464125"/>
                <a:ext cx="941283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Non-Academic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CEC3CBB-2548-63E1-B1BD-73135E10AB27}"/>
                  </a:ext>
                </a:extLst>
              </p:cNvPr>
              <p:cNvSpPr txBox="1"/>
              <p:nvPr/>
            </p:nvSpPr>
            <p:spPr>
              <a:xfrm>
                <a:off x="7689662" y="5593522"/>
                <a:ext cx="69762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C352673-BC37-8A5B-6C16-EFC87A943066}"/>
                </a:ext>
              </a:extLst>
            </p:cNvPr>
            <p:cNvSpPr/>
            <p:nvPr/>
          </p:nvSpPr>
          <p:spPr>
            <a:xfrm>
              <a:off x="7292915" y="5088044"/>
              <a:ext cx="207034" cy="324414"/>
            </a:xfrm>
            <a:custGeom>
              <a:avLst/>
              <a:gdLst>
                <a:gd name="csX0" fmla="*/ 1 w 207034"/>
                <a:gd name="csY0" fmla="*/ 1 h 324414"/>
                <a:gd name="csX1" fmla="*/ 207035 w 207034"/>
                <a:gd name="csY1" fmla="*/ 1 h 324414"/>
                <a:gd name="csX2" fmla="*/ 207035 w 207034"/>
                <a:gd name="csY2" fmla="*/ 324415 h 3244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7034" h="324414">
                  <a:moveTo>
                    <a:pt x="1" y="1"/>
                  </a:moveTo>
                  <a:lnTo>
                    <a:pt x="207035" y="1"/>
                  </a:lnTo>
                  <a:lnTo>
                    <a:pt x="207035" y="324415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1" name="Graphic 4">
              <a:extLst>
                <a:ext uri="{FF2B5EF4-FFF2-40B4-BE49-F238E27FC236}">
                  <a16:creationId xmlns:a16="http://schemas.microsoft.com/office/drawing/2014/main" id="{F92304EB-EBF7-E511-8870-76ECC78C99EE}"/>
                </a:ext>
              </a:extLst>
            </p:cNvPr>
            <p:cNvGrpSpPr/>
            <p:nvPr/>
          </p:nvGrpSpPr>
          <p:grpSpPr>
            <a:xfrm>
              <a:off x="8402025" y="3609230"/>
              <a:ext cx="761827" cy="739407"/>
              <a:chOff x="8402025" y="3609230"/>
              <a:chExt cx="761827" cy="739407"/>
            </a:xfrm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E2053289-DF78-2E50-9CD7-279A9FAF4DAA}"/>
                  </a:ext>
                </a:extLst>
              </p:cNvPr>
              <p:cNvSpPr/>
              <p:nvPr/>
            </p:nvSpPr>
            <p:spPr>
              <a:xfrm>
                <a:off x="8402025" y="3609230"/>
                <a:ext cx="739407" cy="739407"/>
              </a:xfrm>
              <a:custGeom>
                <a:avLst/>
                <a:gdLst>
                  <a:gd name="csX0" fmla="*/ 369704 w 739407"/>
                  <a:gd name="csY0" fmla="*/ 1 h 739407"/>
                  <a:gd name="csX1" fmla="*/ 739408 w 739407"/>
                  <a:gd name="csY1" fmla="*/ 369704 h 739407"/>
                  <a:gd name="csX2" fmla="*/ 369704 w 739407"/>
                  <a:gd name="csY2" fmla="*/ 739408 h 739407"/>
                  <a:gd name="csX3" fmla="*/ 1 w 739407"/>
                  <a:gd name="csY3" fmla="*/ 369704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9407" h="739407">
                    <a:moveTo>
                      <a:pt x="369704" y="1"/>
                    </a:moveTo>
                    <a:lnTo>
                      <a:pt x="739408" y="369704"/>
                    </a:lnTo>
                    <a:lnTo>
                      <a:pt x="369704" y="739408"/>
                    </a:lnTo>
                    <a:lnTo>
                      <a:pt x="1" y="369704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D20B4A4-A502-F2E9-0AB1-2336CCAD96C7}"/>
                  </a:ext>
                </a:extLst>
              </p:cNvPr>
              <p:cNvSpPr txBox="1"/>
              <p:nvPr/>
            </p:nvSpPr>
            <p:spPr>
              <a:xfrm>
                <a:off x="8408517" y="3994554"/>
                <a:ext cx="75533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Reports To</a:t>
                </a:r>
              </a:p>
            </p:txBody>
          </p:sp>
        </p:grp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739887E-F24B-A1FF-335E-7B83B72CE55A}"/>
                </a:ext>
              </a:extLst>
            </p:cNvPr>
            <p:cNvSpPr/>
            <p:nvPr/>
          </p:nvSpPr>
          <p:spPr>
            <a:xfrm>
              <a:off x="4704990" y="5365322"/>
              <a:ext cx="924258" cy="277277"/>
            </a:xfrm>
            <a:custGeom>
              <a:avLst/>
              <a:gdLst>
                <a:gd name="csX0" fmla="*/ 1 w 924258"/>
                <a:gd name="csY0" fmla="*/ 1 h 277277"/>
                <a:gd name="csX1" fmla="*/ 1 w 924258"/>
                <a:gd name="csY1" fmla="*/ 277278 h 277277"/>
                <a:gd name="csX2" fmla="*/ 924259 w 924258"/>
                <a:gd name="csY2" fmla="*/ 277278 h 277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24258" h="277277">
                  <a:moveTo>
                    <a:pt x="1" y="1"/>
                  </a:moveTo>
                  <a:lnTo>
                    <a:pt x="1" y="277278"/>
                  </a:lnTo>
                  <a:lnTo>
                    <a:pt x="924259" y="277278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5" name="Graphic 4">
              <a:extLst>
                <a:ext uri="{FF2B5EF4-FFF2-40B4-BE49-F238E27FC236}">
                  <a16:creationId xmlns:a16="http://schemas.microsoft.com/office/drawing/2014/main" id="{17BBF362-AEDB-F5C6-813F-48A84EC45E28}"/>
                </a:ext>
              </a:extLst>
            </p:cNvPr>
            <p:cNvGrpSpPr/>
            <p:nvPr/>
          </p:nvGrpSpPr>
          <p:grpSpPr>
            <a:xfrm>
              <a:off x="4335286" y="4625915"/>
              <a:ext cx="763395" cy="739407"/>
              <a:chOff x="4335286" y="4625915"/>
              <a:chExt cx="763395" cy="739407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F1D05856-E326-E2DB-93ED-2E92E2C517AD}"/>
                  </a:ext>
                </a:extLst>
              </p:cNvPr>
              <p:cNvSpPr/>
              <p:nvPr/>
            </p:nvSpPr>
            <p:spPr>
              <a:xfrm>
                <a:off x="4335286" y="4625915"/>
                <a:ext cx="739407" cy="739407"/>
              </a:xfrm>
              <a:custGeom>
                <a:avLst/>
                <a:gdLst>
                  <a:gd name="csX0" fmla="*/ 369704 w 739407"/>
                  <a:gd name="csY0" fmla="*/ 1 h 739407"/>
                  <a:gd name="csX1" fmla="*/ 739408 w 739407"/>
                  <a:gd name="csY1" fmla="*/ 369704 h 739407"/>
                  <a:gd name="csX2" fmla="*/ 369704 w 739407"/>
                  <a:gd name="csY2" fmla="*/ 739408 h 739407"/>
                  <a:gd name="csX3" fmla="*/ 1 w 739407"/>
                  <a:gd name="csY3" fmla="*/ 369704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9407" h="739407">
                    <a:moveTo>
                      <a:pt x="369704" y="1"/>
                    </a:moveTo>
                    <a:lnTo>
                      <a:pt x="739408" y="369704"/>
                    </a:lnTo>
                    <a:lnTo>
                      <a:pt x="369704" y="739408"/>
                    </a:lnTo>
                    <a:lnTo>
                      <a:pt x="1" y="369704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9397A88-4C3C-FB47-4FE2-7EA6A02E123F}"/>
                  </a:ext>
                </a:extLst>
              </p:cNvPr>
              <p:cNvSpPr txBox="1"/>
              <p:nvPr/>
            </p:nvSpPr>
            <p:spPr>
              <a:xfrm>
                <a:off x="4336934" y="4903192"/>
                <a:ext cx="76174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Supervised</a:t>
                </a:r>
              </a:p>
            </p:txBody>
          </p:sp>
        </p:grpSp>
        <p:grpSp>
          <p:nvGrpSpPr>
            <p:cNvPr id="58" name="Graphic 4">
              <a:extLst>
                <a:ext uri="{FF2B5EF4-FFF2-40B4-BE49-F238E27FC236}">
                  <a16:creationId xmlns:a16="http://schemas.microsoft.com/office/drawing/2014/main" id="{54640170-29D3-9F23-C7D1-B7B1650849CF}"/>
                </a:ext>
              </a:extLst>
            </p:cNvPr>
            <p:cNvGrpSpPr/>
            <p:nvPr/>
          </p:nvGrpSpPr>
          <p:grpSpPr>
            <a:xfrm>
              <a:off x="7842849" y="3142479"/>
              <a:ext cx="749297" cy="277277"/>
              <a:chOff x="7842849" y="3142479"/>
              <a:chExt cx="749297" cy="277277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CEE03C2-41D6-E868-68D6-9ACC416D11C0}"/>
                  </a:ext>
                </a:extLst>
              </p:cNvPr>
              <p:cNvSpPr/>
              <p:nvPr/>
            </p:nvSpPr>
            <p:spPr>
              <a:xfrm>
                <a:off x="7842849" y="3142479"/>
                <a:ext cx="739407" cy="277277"/>
              </a:xfrm>
              <a:prstGeom prst="rect">
                <a:avLst/>
              </a:prstGeom>
              <a:noFill/>
              <a:ln w="92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5F48E70-F5F1-F8ED-E702-64A8F665CC45}"/>
                  </a:ext>
                </a:extLst>
              </p:cNvPr>
              <p:cNvSpPr txBox="1"/>
              <p:nvPr/>
            </p:nvSpPr>
            <p:spPr>
              <a:xfrm>
                <a:off x="7856047" y="3171964"/>
                <a:ext cx="73609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Supervisor</a:t>
                </a:r>
              </a:p>
            </p:txBody>
          </p:sp>
        </p:grpSp>
        <p:grpSp>
          <p:nvGrpSpPr>
            <p:cNvPr id="61" name="Graphic 4">
              <a:extLst>
                <a:ext uri="{FF2B5EF4-FFF2-40B4-BE49-F238E27FC236}">
                  <a16:creationId xmlns:a16="http://schemas.microsoft.com/office/drawing/2014/main" id="{EA8329C4-A415-250F-D57F-66A42A2CAD28}"/>
                </a:ext>
              </a:extLst>
            </p:cNvPr>
            <p:cNvGrpSpPr/>
            <p:nvPr/>
          </p:nvGrpSpPr>
          <p:grpSpPr>
            <a:xfrm>
              <a:off x="7842849" y="4528867"/>
              <a:ext cx="762570" cy="277277"/>
              <a:chOff x="7842849" y="4528867"/>
              <a:chExt cx="762570" cy="277277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1634E49-CFE7-7C98-FCBA-91F439C217D6}"/>
                  </a:ext>
                </a:extLst>
              </p:cNvPr>
              <p:cNvSpPr/>
              <p:nvPr/>
            </p:nvSpPr>
            <p:spPr>
              <a:xfrm>
                <a:off x="7842849" y="4528867"/>
                <a:ext cx="739407" cy="277277"/>
              </a:xfrm>
              <a:prstGeom prst="rect">
                <a:avLst/>
              </a:prstGeom>
              <a:noFill/>
              <a:ln w="92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9F44725-CA64-E77E-55DB-C4C83979E78E}"/>
                  </a:ext>
                </a:extLst>
              </p:cNvPr>
              <p:cNvSpPr txBox="1"/>
              <p:nvPr/>
            </p:nvSpPr>
            <p:spPr>
              <a:xfrm>
                <a:off x="7843672" y="4558352"/>
                <a:ext cx="76174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Supervisee</a:t>
                </a:r>
              </a:p>
            </p:txBody>
          </p:sp>
        </p:grp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A084512-8381-7185-D7E3-436C61F91764}"/>
                </a:ext>
              </a:extLst>
            </p:cNvPr>
            <p:cNvSpPr/>
            <p:nvPr/>
          </p:nvSpPr>
          <p:spPr>
            <a:xfrm>
              <a:off x="3226176" y="1668287"/>
              <a:ext cx="9242" cy="369703"/>
            </a:xfrm>
            <a:custGeom>
              <a:avLst/>
              <a:gdLst>
                <a:gd name="csX0" fmla="*/ 1 w 9242"/>
                <a:gd name="csY0" fmla="*/ 369704 h 369703"/>
                <a:gd name="csX1" fmla="*/ 1 w 9242"/>
                <a:gd name="csY1" fmla="*/ 1 h 3697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242" h="369703">
                  <a:moveTo>
                    <a:pt x="1" y="369704"/>
                  </a:moveTo>
                  <a:lnTo>
                    <a:pt x="1" y="1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5" name="Graphic 4">
              <a:extLst>
                <a:ext uri="{FF2B5EF4-FFF2-40B4-BE49-F238E27FC236}">
                  <a16:creationId xmlns:a16="http://schemas.microsoft.com/office/drawing/2014/main" id="{9AFA2584-7168-609A-400F-823949393D7C}"/>
                </a:ext>
              </a:extLst>
            </p:cNvPr>
            <p:cNvGrpSpPr/>
            <p:nvPr/>
          </p:nvGrpSpPr>
          <p:grpSpPr>
            <a:xfrm>
              <a:off x="2009389" y="2273676"/>
              <a:ext cx="662231" cy="83183"/>
              <a:chOff x="2009389" y="2273676"/>
              <a:chExt cx="662231" cy="83183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A9EA2F0A-9917-AFAB-E44A-1B8DE1FE5C12}"/>
                  </a:ext>
                </a:extLst>
              </p:cNvPr>
              <p:cNvSpPr/>
              <p:nvPr/>
            </p:nvSpPr>
            <p:spPr>
              <a:xfrm>
                <a:off x="2071777" y="2315268"/>
                <a:ext cx="599843" cy="9242"/>
              </a:xfrm>
              <a:custGeom>
                <a:avLst/>
                <a:gdLst>
                  <a:gd name="csX0" fmla="*/ 599845 w 599843"/>
                  <a:gd name="csY0" fmla="*/ 1 h 9242"/>
                  <a:gd name="csX1" fmla="*/ 1 w 599843"/>
                  <a:gd name="csY1" fmla="*/ 1 h 92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99843" h="9242">
                    <a:moveTo>
                      <a:pt x="599845" y="1"/>
                    </a:moveTo>
                    <a:lnTo>
                      <a:pt x="1" y="1"/>
                    </a:lnTo>
                  </a:path>
                </a:pathLst>
              </a:custGeom>
              <a:noFill/>
              <a:ln w="2771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6309AF3B-E3A5-FD43-3D49-251AC4663534}"/>
                  </a:ext>
                </a:extLst>
              </p:cNvPr>
              <p:cNvSpPr/>
              <p:nvPr/>
            </p:nvSpPr>
            <p:spPr>
              <a:xfrm>
                <a:off x="2009389" y="2273676"/>
                <a:ext cx="83183" cy="83183"/>
              </a:xfrm>
              <a:custGeom>
                <a:avLst/>
                <a:gdLst>
                  <a:gd name="csX0" fmla="*/ 1 w 83183"/>
                  <a:gd name="csY0" fmla="*/ 41592 h 83183"/>
                  <a:gd name="csX1" fmla="*/ 83184 w 83183"/>
                  <a:gd name="csY1" fmla="*/ 1 h 83183"/>
                  <a:gd name="csX2" fmla="*/ 62388 w 83183"/>
                  <a:gd name="csY2" fmla="*/ 41592 h 83183"/>
                  <a:gd name="csX3" fmla="*/ 83184 w 83183"/>
                  <a:gd name="csY3" fmla="*/ 83184 h 831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83" h="83183">
                    <a:moveTo>
                      <a:pt x="1" y="41592"/>
                    </a:moveTo>
                    <a:lnTo>
                      <a:pt x="83184" y="1"/>
                    </a:lnTo>
                    <a:lnTo>
                      <a:pt x="62388" y="41592"/>
                    </a:lnTo>
                    <a:lnTo>
                      <a:pt x="83184" y="83184"/>
                    </a:lnTo>
                    <a:close/>
                  </a:path>
                </a:pathLst>
              </a:custGeom>
              <a:solidFill>
                <a:srgbClr val="000000"/>
              </a:solidFill>
              <a:ln w="2771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8" name="Graphic 4">
              <a:extLst>
                <a:ext uri="{FF2B5EF4-FFF2-40B4-BE49-F238E27FC236}">
                  <a16:creationId xmlns:a16="http://schemas.microsoft.com/office/drawing/2014/main" id="{50F842B8-17EA-44C2-D305-6BAF2A8DDA52}"/>
                </a:ext>
              </a:extLst>
            </p:cNvPr>
            <p:cNvGrpSpPr/>
            <p:nvPr/>
          </p:nvGrpSpPr>
          <p:grpSpPr>
            <a:xfrm>
              <a:off x="2671621" y="2037990"/>
              <a:ext cx="1109110" cy="554555"/>
              <a:chOff x="2671621" y="2037990"/>
              <a:chExt cx="1109110" cy="554555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2BCA650-23A5-E154-9466-8B2323130021}"/>
                  </a:ext>
                </a:extLst>
              </p:cNvPr>
              <p:cNvSpPr/>
              <p:nvPr/>
            </p:nvSpPr>
            <p:spPr>
              <a:xfrm>
                <a:off x="2671621" y="2037990"/>
                <a:ext cx="1109110" cy="554555"/>
              </a:xfrm>
              <a:prstGeom prst="rect">
                <a:avLst/>
              </a:pr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A517C7C-7781-AB6F-496B-48651A236462}"/>
                  </a:ext>
                </a:extLst>
              </p:cNvPr>
              <p:cNvSpPr txBox="1"/>
              <p:nvPr/>
            </p:nvSpPr>
            <p:spPr>
              <a:xfrm>
                <a:off x="2864995" y="2201492"/>
                <a:ext cx="73609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Laboratory</a:t>
                </a:r>
              </a:p>
            </p:txBody>
          </p:sp>
        </p:grp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CE0A099-E8E9-531A-986A-F5EEE08C71C8}"/>
                </a:ext>
              </a:extLst>
            </p:cNvPr>
            <p:cNvSpPr/>
            <p:nvPr/>
          </p:nvSpPr>
          <p:spPr>
            <a:xfrm>
              <a:off x="3226176" y="374324"/>
              <a:ext cx="2403072" cy="554555"/>
            </a:xfrm>
            <a:custGeom>
              <a:avLst/>
              <a:gdLst>
                <a:gd name="csX0" fmla="*/ 1 w 2403072"/>
                <a:gd name="csY0" fmla="*/ 554556 h 554555"/>
                <a:gd name="csX1" fmla="*/ 1 w 2403072"/>
                <a:gd name="csY1" fmla="*/ 1 h 554555"/>
                <a:gd name="csX2" fmla="*/ 2403074 w 2403072"/>
                <a:gd name="csY2" fmla="*/ 1 h 5545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403072" h="554555">
                  <a:moveTo>
                    <a:pt x="1" y="554556"/>
                  </a:moveTo>
                  <a:lnTo>
                    <a:pt x="1" y="1"/>
                  </a:lnTo>
                  <a:lnTo>
                    <a:pt x="2403074" y="1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2" name="Graphic 4">
              <a:extLst>
                <a:ext uri="{FF2B5EF4-FFF2-40B4-BE49-F238E27FC236}">
                  <a16:creationId xmlns:a16="http://schemas.microsoft.com/office/drawing/2014/main" id="{422C8C8A-93DB-ED11-BB93-35CB74B50151}"/>
                </a:ext>
              </a:extLst>
            </p:cNvPr>
            <p:cNvGrpSpPr/>
            <p:nvPr/>
          </p:nvGrpSpPr>
          <p:grpSpPr>
            <a:xfrm>
              <a:off x="2856472" y="928880"/>
              <a:ext cx="739407" cy="739407"/>
              <a:chOff x="2856472" y="928880"/>
              <a:chExt cx="739407" cy="739407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400C72BC-5253-C582-7099-6FA30CDA07B5}"/>
                  </a:ext>
                </a:extLst>
              </p:cNvPr>
              <p:cNvSpPr/>
              <p:nvPr/>
            </p:nvSpPr>
            <p:spPr>
              <a:xfrm>
                <a:off x="2856472" y="928880"/>
                <a:ext cx="739407" cy="739407"/>
              </a:xfrm>
              <a:custGeom>
                <a:avLst/>
                <a:gdLst>
                  <a:gd name="csX0" fmla="*/ 369704 w 739407"/>
                  <a:gd name="csY0" fmla="*/ 1 h 739407"/>
                  <a:gd name="csX1" fmla="*/ 739408 w 739407"/>
                  <a:gd name="csY1" fmla="*/ 369704 h 739407"/>
                  <a:gd name="csX2" fmla="*/ 369704 w 739407"/>
                  <a:gd name="csY2" fmla="*/ 739408 h 739407"/>
                  <a:gd name="csX3" fmla="*/ 1 w 739407"/>
                  <a:gd name="csY3" fmla="*/ 369704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9407" h="739407">
                    <a:moveTo>
                      <a:pt x="369704" y="1"/>
                    </a:moveTo>
                    <a:lnTo>
                      <a:pt x="739408" y="369704"/>
                    </a:lnTo>
                    <a:lnTo>
                      <a:pt x="369704" y="739408"/>
                    </a:lnTo>
                    <a:lnTo>
                      <a:pt x="1" y="369704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C65099A-AF08-E750-770F-9AFECDB08B79}"/>
                  </a:ext>
                </a:extLst>
              </p:cNvPr>
              <p:cNvSpPr txBox="1"/>
              <p:nvPr/>
            </p:nvSpPr>
            <p:spPr>
              <a:xfrm>
                <a:off x="3016090" y="1314204"/>
                <a:ext cx="421910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Host</a:t>
                </a:r>
              </a:p>
            </p:txBody>
          </p:sp>
        </p:grpSp>
        <p:grpSp>
          <p:nvGrpSpPr>
            <p:cNvPr id="75" name="Graphic 4">
              <a:extLst>
                <a:ext uri="{FF2B5EF4-FFF2-40B4-BE49-F238E27FC236}">
                  <a16:creationId xmlns:a16="http://schemas.microsoft.com/office/drawing/2014/main" id="{D6A9A247-AEB5-699C-0199-0285CB4690F7}"/>
                </a:ext>
              </a:extLst>
            </p:cNvPr>
            <p:cNvGrpSpPr/>
            <p:nvPr/>
          </p:nvGrpSpPr>
          <p:grpSpPr>
            <a:xfrm>
              <a:off x="6738359" y="332733"/>
              <a:ext cx="893296" cy="83183"/>
              <a:chOff x="6738359" y="332733"/>
              <a:chExt cx="893296" cy="83183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1A6B1A6-350F-E029-3663-660CF4F67B4E}"/>
                  </a:ext>
                </a:extLst>
              </p:cNvPr>
              <p:cNvSpPr/>
              <p:nvPr/>
            </p:nvSpPr>
            <p:spPr>
              <a:xfrm>
                <a:off x="6738359" y="374324"/>
                <a:ext cx="830908" cy="9242"/>
              </a:xfrm>
              <a:custGeom>
                <a:avLst/>
                <a:gdLst>
                  <a:gd name="csX0" fmla="*/ 1 w 830908"/>
                  <a:gd name="csY0" fmla="*/ 1 h 9242"/>
                  <a:gd name="csX1" fmla="*/ 830909 w 830908"/>
                  <a:gd name="csY1" fmla="*/ 1 h 92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30908" h="9242">
                    <a:moveTo>
                      <a:pt x="1" y="1"/>
                    </a:moveTo>
                    <a:lnTo>
                      <a:pt x="830909" y="1"/>
                    </a:lnTo>
                  </a:path>
                </a:pathLst>
              </a:custGeom>
              <a:noFill/>
              <a:ln w="2771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E4B213E3-419F-3D15-4B32-E6D8C12CD581}"/>
                  </a:ext>
                </a:extLst>
              </p:cNvPr>
              <p:cNvSpPr/>
              <p:nvPr/>
            </p:nvSpPr>
            <p:spPr>
              <a:xfrm>
                <a:off x="7548472" y="332733"/>
                <a:ext cx="83183" cy="83183"/>
              </a:xfrm>
              <a:custGeom>
                <a:avLst/>
                <a:gdLst>
                  <a:gd name="csX0" fmla="*/ 83184 w 83183"/>
                  <a:gd name="csY0" fmla="*/ 41592 h 83183"/>
                  <a:gd name="csX1" fmla="*/ 1 w 83183"/>
                  <a:gd name="csY1" fmla="*/ 83184 h 83183"/>
                  <a:gd name="csX2" fmla="*/ 20796 w 83183"/>
                  <a:gd name="csY2" fmla="*/ 41592 h 83183"/>
                  <a:gd name="csX3" fmla="*/ 1 w 83183"/>
                  <a:gd name="csY3" fmla="*/ 1 h 831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83" h="83183">
                    <a:moveTo>
                      <a:pt x="83184" y="41592"/>
                    </a:moveTo>
                    <a:lnTo>
                      <a:pt x="1" y="83184"/>
                    </a:lnTo>
                    <a:lnTo>
                      <a:pt x="20796" y="415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2771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8" name="Graphic 4">
              <a:extLst>
                <a:ext uri="{FF2B5EF4-FFF2-40B4-BE49-F238E27FC236}">
                  <a16:creationId xmlns:a16="http://schemas.microsoft.com/office/drawing/2014/main" id="{A2BF267F-8411-0074-72C7-39C536A249F3}"/>
                </a:ext>
              </a:extLst>
            </p:cNvPr>
            <p:cNvGrpSpPr/>
            <p:nvPr/>
          </p:nvGrpSpPr>
          <p:grpSpPr>
            <a:xfrm>
              <a:off x="6151455" y="651602"/>
              <a:ext cx="64698" cy="266925"/>
              <a:chOff x="6151455" y="651602"/>
              <a:chExt cx="64698" cy="266925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84A571C7-A5CF-F9EC-1846-EF1F683866B8}"/>
                  </a:ext>
                </a:extLst>
              </p:cNvPr>
              <p:cNvSpPr/>
              <p:nvPr/>
            </p:nvSpPr>
            <p:spPr>
              <a:xfrm>
                <a:off x="6183804" y="651602"/>
                <a:ext cx="9242" cy="218402"/>
              </a:xfrm>
              <a:custGeom>
                <a:avLst/>
                <a:gdLst>
                  <a:gd name="csX0" fmla="*/ 1 w 9242"/>
                  <a:gd name="csY0" fmla="*/ 1 h 218402"/>
                  <a:gd name="csX1" fmla="*/ 1 w 9242"/>
                  <a:gd name="csY1" fmla="*/ 218403 h 2184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242" h="218402">
                    <a:moveTo>
                      <a:pt x="1" y="1"/>
                    </a:moveTo>
                    <a:lnTo>
                      <a:pt x="1" y="218403"/>
                    </a:lnTo>
                  </a:path>
                </a:pathLst>
              </a:custGeom>
              <a:noFill/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4AF55E40-CCE6-87F8-6B8B-827BE633013C}"/>
                  </a:ext>
                </a:extLst>
              </p:cNvPr>
              <p:cNvSpPr/>
              <p:nvPr/>
            </p:nvSpPr>
            <p:spPr>
              <a:xfrm>
                <a:off x="6151455" y="853830"/>
                <a:ext cx="64698" cy="64698"/>
              </a:xfrm>
              <a:custGeom>
                <a:avLst/>
                <a:gdLst>
                  <a:gd name="csX0" fmla="*/ 32350 w 64698"/>
                  <a:gd name="csY0" fmla="*/ 64699 h 64698"/>
                  <a:gd name="csX1" fmla="*/ 1 w 64698"/>
                  <a:gd name="csY1" fmla="*/ 1 h 64698"/>
                  <a:gd name="csX2" fmla="*/ 32350 w 64698"/>
                  <a:gd name="csY2" fmla="*/ 16175 h 64698"/>
                  <a:gd name="csX3" fmla="*/ 64699 w 64698"/>
                  <a:gd name="csY3" fmla="*/ 1 h 646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4698" h="64698">
                    <a:moveTo>
                      <a:pt x="32350" y="64699"/>
                    </a:moveTo>
                    <a:lnTo>
                      <a:pt x="1" y="1"/>
                    </a:lnTo>
                    <a:lnTo>
                      <a:pt x="32350" y="16175"/>
                    </a:lnTo>
                    <a:lnTo>
                      <a:pt x="64699" y="1"/>
                    </a:lnTo>
                    <a:close/>
                  </a:path>
                </a:pathLst>
              </a:custGeom>
              <a:solidFill>
                <a:srgbClr val="000000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" name="Graphic 4">
              <a:extLst>
                <a:ext uri="{FF2B5EF4-FFF2-40B4-BE49-F238E27FC236}">
                  <a16:creationId xmlns:a16="http://schemas.microsoft.com/office/drawing/2014/main" id="{9750731E-F3B8-C30B-3841-20AC49D8936F}"/>
                </a:ext>
              </a:extLst>
            </p:cNvPr>
            <p:cNvGrpSpPr/>
            <p:nvPr/>
          </p:nvGrpSpPr>
          <p:grpSpPr>
            <a:xfrm>
              <a:off x="5629249" y="97047"/>
              <a:ext cx="1109110" cy="554555"/>
              <a:chOff x="5629249" y="97047"/>
              <a:chExt cx="1109110" cy="554555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B99C0B82-68A6-0F98-82F0-75E083E40F02}"/>
                  </a:ext>
                </a:extLst>
              </p:cNvPr>
              <p:cNvSpPr/>
              <p:nvPr/>
            </p:nvSpPr>
            <p:spPr>
              <a:xfrm>
                <a:off x="5629249" y="97047"/>
                <a:ext cx="1109110" cy="554555"/>
              </a:xfrm>
              <a:prstGeom prst="rect">
                <a:avLst/>
              </a:pr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D7FB221-8506-F459-9899-27E5943498FC}"/>
                  </a:ext>
                </a:extLst>
              </p:cNvPr>
              <p:cNvSpPr txBox="1"/>
              <p:nvPr/>
            </p:nvSpPr>
            <p:spPr>
              <a:xfrm>
                <a:off x="5690077" y="260549"/>
                <a:ext cx="101181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units</a:t>
                </a:r>
              </a:p>
            </p:txBody>
          </p:sp>
        </p:grp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452FFCE-5D49-BDFE-9120-C179703B9F1E}"/>
                </a:ext>
              </a:extLst>
            </p:cNvPr>
            <p:cNvSpPr/>
            <p:nvPr/>
          </p:nvSpPr>
          <p:spPr>
            <a:xfrm>
              <a:off x="5074694" y="2315268"/>
              <a:ext cx="554555" cy="9242"/>
            </a:xfrm>
            <a:custGeom>
              <a:avLst/>
              <a:gdLst>
                <a:gd name="csX0" fmla="*/ 1 w 554555"/>
                <a:gd name="csY0" fmla="*/ 1 h 9242"/>
                <a:gd name="csX1" fmla="*/ 554556 w 554555"/>
                <a:gd name="csY1" fmla="*/ 1 h 92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555" h="9242">
                  <a:moveTo>
                    <a:pt x="1" y="1"/>
                  </a:moveTo>
                  <a:lnTo>
                    <a:pt x="554556" y="1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0648DFB-D648-CF61-9971-FF971088068C}"/>
                </a:ext>
              </a:extLst>
            </p:cNvPr>
            <p:cNvSpPr/>
            <p:nvPr/>
          </p:nvSpPr>
          <p:spPr>
            <a:xfrm>
              <a:off x="3780731" y="2315268"/>
              <a:ext cx="554555" cy="9242"/>
            </a:xfrm>
            <a:custGeom>
              <a:avLst/>
              <a:gdLst>
                <a:gd name="csX0" fmla="*/ 554556 w 554555"/>
                <a:gd name="csY0" fmla="*/ 1 h 9242"/>
                <a:gd name="csX1" fmla="*/ 1 w 554555"/>
                <a:gd name="csY1" fmla="*/ 1 h 92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555" h="9242">
                  <a:moveTo>
                    <a:pt x="554556" y="1"/>
                  </a:moveTo>
                  <a:lnTo>
                    <a:pt x="1" y="1"/>
                  </a:lnTo>
                </a:path>
              </a:pathLst>
            </a:custGeom>
            <a:noFill/>
            <a:ln w="2771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6" name="Graphic 4">
              <a:extLst>
                <a:ext uri="{FF2B5EF4-FFF2-40B4-BE49-F238E27FC236}">
                  <a16:creationId xmlns:a16="http://schemas.microsoft.com/office/drawing/2014/main" id="{679C113E-2BBE-0B45-2F28-8641B030FAFA}"/>
                </a:ext>
              </a:extLst>
            </p:cNvPr>
            <p:cNvGrpSpPr/>
            <p:nvPr/>
          </p:nvGrpSpPr>
          <p:grpSpPr>
            <a:xfrm>
              <a:off x="4335286" y="1945564"/>
              <a:ext cx="739407" cy="739407"/>
              <a:chOff x="4335286" y="1945564"/>
              <a:chExt cx="739407" cy="739407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CB525F84-B240-6E45-2333-BC7FB18EB8F8}"/>
                  </a:ext>
                </a:extLst>
              </p:cNvPr>
              <p:cNvSpPr/>
              <p:nvPr/>
            </p:nvSpPr>
            <p:spPr>
              <a:xfrm>
                <a:off x="4335286" y="1945564"/>
                <a:ext cx="739407" cy="739407"/>
              </a:xfrm>
              <a:custGeom>
                <a:avLst/>
                <a:gdLst>
                  <a:gd name="csX0" fmla="*/ 369704 w 739407"/>
                  <a:gd name="csY0" fmla="*/ 1 h 739407"/>
                  <a:gd name="csX1" fmla="*/ 739408 w 739407"/>
                  <a:gd name="csY1" fmla="*/ 369704 h 739407"/>
                  <a:gd name="csX2" fmla="*/ 369704 w 739407"/>
                  <a:gd name="csY2" fmla="*/ 739408 h 739407"/>
                  <a:gd name="csX3" fmla="*/ 1 w 739407"/>
                  <a:gd name="csY3" fmla="*/ 369704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9407" h="739407">
                    <a:moveTo>
                      <a:pt x="369704" y="1"/>
                    </a:moveTo>
                    <a:lnTo>
                      <a:pt x="739408" y="369704"/>
                    </a:lnTo>
                    <a:lnTo>
                      <a:pt x="369704" y="739408"/>
                    </a:lnTo>
                    <a:lnTo>
                      <a:pt x="1" y="369704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D177430-045B-AF91-74E7-4FD48917C6A3}"/>
                  </a:ext>
                </a:extLst>
              </p:cNvPr>
              <p:cNvSpPr txBox="1"/>
              <p:nvPr/>
            </p:nvSpPr>
            <p:spPr>
              <a:xfrm>
                <a:off x="4421157" y="2249185"/>
                <a:ext cx="51167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Attach</a:t>
                </a:r>
              </a:p>
            </p:txBody>
          </p:sp>
        </p:grp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8D1CA82-ECC4-EDE2-A4EF-F8D9B130F057}"/>
                </a:ext>
              </a:extLst>
            </p:cNvPr>
            <p:cNvSpPr/>
            <p:nvPr/>
          </p:nvSpPr>
          <p:spPr>
            <a:xfrm>
              <a:off x="1007955" y="2315268"/>
              <a:ext cx="4621294" cy="3465970"/>
            </a:xfrm>
            <a:custGeom>
              <a:avLst/>
              <a:gdLst>
                <a:gd name="csX0" fmla="*/ 231065 w 4621294"/>
                <a:gd name="csY0" fmla="*/ 1 h 3465970"/>
                <a:gd name="csX1" fmla="*/ 1 w 4621294"/>
                <a:gd name="csY1" fmla="*/ 1 h 3465970"/>
                <a:gd name="csX2" fmla="*/ 1 w 4621294"/>
                <a:gd name="csY2" fmla="*/ 3465971 h 3465970"/>
                <a:gd name="csX3" fmla="*/ 4621295 w 4621294"/>
                <a:gd name="csY3" fmla="*/ 3465971 h 3465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21294" h="3465970">
                  <a:moveTo>
                    <a:pt x="231065" y="1"/>
                  </a:moveTo>
                  <a:lnTo>
                    <a:pt x="1" y="1"/>
                  </a:lnTo>
                  <a:lnTo>
                    <a:pt x="1" y="3465971"/>
                  </a:lnTo>
                  <a:lnTo>
                    <a:pt x="4621295" y="3465971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0" name="Graphic 4">
              <a:extLst>
                <a:ext uri="{FF2B5EF4-FFF2-40B4-BE49-F238E27FC236}">
                  <a16:creationId xmlns:a16="http://schemas.microsoft.com/office/drawing/2014/main" id="{265004DF-ADCD-C084-C237-079375AF0119}"/>
                </a:ext>
              </a:extLst>
            </p:cNvPr>
            <p:cNvGrpSpPr/>
            <p:nvPr/>
          </p:nvGrpSpPr>
          <p:grpSpPr>
            <a:xfrm>
              <a:off x="1214916" y="1945564"/>
              <a:ext cx="787395" cy="739407"/>
              <a:chOff x="1214916" y="1945564"/>
              <a:chExt cx="787395" cy="739407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E50FAF03-471F-706A-85A8-FDAC0BE0B381}"/>
                  </a:ext>
                </a:extLst>
              </p:cNvPr>
              <p:cNvSpPr/>
              <p:nvPr/>
            </p:nvSpPr>
            <p:spPr>
              <a:xfrm>
                <a:off x="1239019" y="1945564"/>
                <a:ext cx="739407" cy="739407"/>
              </a:xfrm>
              <a:custGeom>
                <a:avLst/>
                <a:gdLst>
                  <a:gd name="csX0" fmla="*/ 369704 w 739407"/>
                  <a:gd name="csY0" fmla="*/ 1 h 739407"/>
                  <a:gd name="csX1" fmla="*/ 739408 w 739407"/>
                  <a:gd name="csY1" fmla="*/ 369704 h 739407"/>
                  <a:gd name="csX2" fmla="*/ 369704 w 739407"/>
                  <a:gd name="csY2" fmla="*/ 739408 h 739407"/>
                  <a:gd name="csX3" fmla="*/ 1 w 739407"/>
                  <a:gd name="csY3" fmla="*/ 369704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9407" h="739407">
                    <a:moveTo>
                      <a:pt x="369704" y="1"/>
                    </a:moveTo>
                    <a:lnTo>
                      <a:pt x="739408" y="369704"/>
                    </a:lnTo>
                    <a:lnTo>
                      <a:pt x="369704" y="739408"/>
                    </a:lnTo>
                    <a:lnTo>
                      <a:pt x="1" y="369704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18D19F1-3881-2310-4B4A-C7B3716C2777}"/>
                  </a:ext>
                </a:extLst>
              </p:cNvPr>
              <p:cNvSpPr txBox="1"/>
              <p:nvPr/>
            </p:nvSpPr>
            <p:spPr>
              <a:xfrm>
                <a:off x="1447569" y="2109162"/>
                <a:ext cx="377026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CF5EFE8-5708-C7E1-075E-C22DBCF7FBDA}"/>
                  </a:ext>
                </a:extLst>
              </p:cNvPr>
              <p:cNvSpPr txBox="1"/>
              <p:nvPr/>
            </p:nvSpPr>
            <p:spPr>
              <a:xfrm>
                <a:off x="1214916" y="2249280"/>
                <a:ext cx="78739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Supervision</a:t>
                </a:r>
              </a:p>
            </p:txBody>
          </p:sp>
        </p:grpSp>
        <p:grpSp>
          <p:nvGrpSpPr>
            <p:cNvPr id="94" name="Graphic 4">
              <a:extLst>
                <a:ext uri="{FF2B5EF4-FFF2-40B4-BE49-F238E27FC236}">
                  <a16:creationId xmlns:a16="http://schemas.microsoft.com/office/drawing/2014/main" id="{186C537B-50E3-783A-F976-01179B4FACFD}"/>
                </a:ext>
              </a:extLst>
            </p:cNvPr>
            <p:cNvGrpSpPr/>
            <p:nvPr/>
          </p:nvGrpSpPr>
          <p:grpSpPr>
            <a:xfrm>
              <a:off x="10065691" y="2684971"/>
              <a:ext cx="1109110" cy="554555"/>
              <a:chOff x="10065691" y="2684971"/>
              <a:chExt cx="1109110" cy="554555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4CC749A3-C01C-2951-DFBB-44BF5069215E}"/>
                  </a:ext>
                </a:extLst>
              </p:cNvPr>
              <p:cNvSpPr/>
              <p:nvPr/>
            </p:nvSpPr>
            <p:spPr>
              <a:xfrm>
                <a:off x="10065691" y="2684971"/>
                <a:ext cx="1109110" cy="554555"/>
              </a:xfrm>
              <a:prstGeom prst="rect">
                <a:avLst/>
              </a:pr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FC3A4BC-96ED-35F4-417B-AC51199E4B04}"/>
                  </a:ext>
                </a:extLst>
              </p:cNvPr>
              <p:cNvSpPr txBox="1"/>
              <p:nvPr/>
            </p:nvSpPr>
            <p:spPr>
              <a:xfrm>
                <a:off x="10098845" y="2848473"/>
                <a:ext cx="1069524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Research Project</a:t>
                </a:r>
              </a:p>
            </p:txBody>
          </p:sp>
        </p:grp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A0D2B958-BF29-ED49-546B-371D072FEE83}"/>
                </a:ext>
              </a:extLst>
            </p:cNvPr>
            <p:cNvSpPr/>
            <p:nvPr/>
          </p:nvSpPr>
          <p:spPr>
            <a:xfrm>
              <a:off x="8032322" y="2315268"/>
              <a:ext cx="646981" cy="184851"/>
            </a:xfrm>
            <a:custGeom>
              <a:avLst/>
              <a:gdLst>
                <a:gd name="csX0" fmla="*/ 1 w 646981"/>
                <a:gd name="csY0" fmla="*/ 1 h 184851"/>
                <a:gd name="csX1" fmla="*/ 462130 w 646981"/>
                <a:gd name="csY1" fmla="*/ 1 h 184851"/>
                <a:gd name="csX2" fmla="*/ 646982 w 646981"/>
                <a:gd name="csY2" fmla="*/ 1 h 184851"/>
                <a:gd name="csX3" fmla="*/ 646982 w 646981"/>
                <a:gd name="csY3" fmla="*/ 184852 h 1848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46981" h="184851">
                  <a:moveTo>
                    <a:pt x="1" y="1"/>
                  </a:moveTo>
                  <a:lnTo>
                    <a:pt x="462130" y="1"/>
                  </a:lnTo>
                  <a:lnTo>
                    <a:pt x="646982" y="1"/>
                  </a:lnTo>
                  <a:lnTo>
                    <a:pt x="646982" y="184852"/>
                  </a:lnTo>
                </a:path>
              </a:pathLst>
            </a:custGeom>
            <a:noFill/>
            <a:ln w="2771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6645D639-F51C-A146-7D75-BE787309D216}"/>
                </a:ext>
              </a:extLst>
            </p:cNvPr>
            <p:cNvSpPr/>
            <p:nvPr/>
          </p:nvSpPr>
          <p:spPr>
            <a:xfrm>
              <a:off x="6701759" y="2315268"/>
              <a:ext cx="591156" cy="83183"/>
            </a:xfrm>
            <a:custGeom>
              <a:avLst/>
              <a:gdLst>
                <a:gd name="csX0" fmla="*/ 591157 w 591156"/>
                <a:gd name="csY0" fmla="*/ 1 h 83183"/>
                <a:gd name="csX1" fmla="*/ 36601 w 591156"/>
                <a:gd name="csY1" fmla="*/ 1 h 83183"/>
                <a:gd name="csX2" fmla="*/ 36601 w 591156"/>
                <a:gd name="csY2" fmla="*/ 83184 h 83183"/>
                <a:gd name="csX3" fmla="*/ 1 w 591156"/>
                <a:gd name="csY3" fmla="*/ 83184 h 83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1156" h="83183">
                  <a:moveTo>
                    <a:pt x="591157" y="1"/>
                  </a:moveTo>
                  <a:lnTo>
                    <a:pt x="36601" y="1"/>
                  </a:lnTo>
                  <a:lnTo>
                    <a:pt x="36601" y="83184"/>
                  </a:lnTo>
                  <a:lnTo>
                    <a:pt x="1" y="83184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9" name="Graphic 4">
              <a:extLst>
                <a:ext uri="{FF2B5EF4-FFF2-40B4-BE49-F238E27FC236}">
                  <a16:creationId xmlns:a16="http://schemas.microsoft.com/office/drawing/2014/main" id="{3CF4D23C-8720-80C1-E464-7C538FFE6234}"/>
                </a:ext>
              </a:extLst>
            </p:cNvPr>
            <p:cNvGrpSpPr/>
            <p:nvPr/>
          </p:nvGrpSpPr>
          <p:grpSpPr>
            <a:xfrm>
              <a:off x="7224475" y="1945564"/>
              <a:ext cx="838691" cy="739407"/>
              <a:chOff x="7224475" y="1945564"/>
              <a:chExt cx="838691" cy="739407"/>
            </a:xfrm>
          </p:grpSpPr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9A7563E7-D63F-5A71-0BEF-55CF96C1A371}"/>
                  </a:ext>
                </a:extLst>
              </p:cNvPr>
              <p:cNvSpPr/>
              <p:nvPr/>
            </p:nvSpPr>
            <p:spPr>
              <a:xfrm>
                <a:off x="7292915" y="1945564"/>
                <a:ext cx="739407" cy="739407"/>
              </a:xfrm>
              <a:custGeom>
                <a:avLst/>
                <a:gdLst>
                  <a:gd name="csX0" fmla="*/ 369704 w 739407"/>
                  <a:gd name="csY0" fmla="*/ 1 h 739407"/>
                  <a:gd name="csX1" fmla="*/ 739408 w 739407"/>
                  <a:gd name="csY1" fmla="*/ 369704 h 739407"/>
                  <a:gd name="csX2" fmla="*/ 369704 w 739407"/>
                  <a:gd name="csY2" fmla="*/ 739408 h 739407"/>
                  <a:gd name="csX3" fmla="*/ 1 w 739407"/>
                  <a:gd name="csY3" fmla="*/ 369704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9407" h="739407">
                    <a:moveTo>
                      <a:pt x="369704" y="1"/>
                    </a:moveTo>
                    <a:lnTo>
                      <a:pt x="739408" y="369704"/>
                    </a:lnTo>
                    <a:lnTo>
                      <a:pt x="369704" y="739408"/>
                    </a:lnTo>
                    <a:lnTo>
                      <a:pt x="1" y="369704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F0A51246-9701-7965-A8E9-BA876FA4305F}"/>
                  </a:ext>
                </a:extLst>
              </p:cNvPr>
              <p:cNvSpPr txBox="1"/>
              <p:nvPr/>
            </p:nvSpPr>
            <p:spPr>
              <a:xfrm>
                <a:off x="7224475" y="2207594"/>
                <a:ext cx="83869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is_contribute</a:t>
                </a:r>
              </a:p>
            </p:txBody>
          </p:sp>
        </p:grp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8B5DA72D-641C-E040-D311-0D640EE11759}"/>
                </a:ext>
              </a:extLst>
            </p:cNvPr>
            <p:cNvSpPr/>
            <p:nvPr/>
          </p:nvSpPr>
          <p:spPr>
            <a:xfrm>
              <a:off x="9141432" y="2537275"/>
              <a:ext cx="18485" cy="286335"/>
            </a:xfrm>
            <a:custGeom>
              <a:avLst/>
              <a:gdLst>
                <a:gd name="csX0" fmla="*/ 18116 w 18485"/>
                <a:gd name="csY0" fmla="*/ 1 h 286335"/>
                <a:gd name="csX1" fmla="*/ 18486 w 18485"/>
                <a:gd name="csY1" fmla="*/ 147697 h 286335"/>
                <a:gd name="csX2" fmla="*/ 1 w 18485"/>
                <a:gd name="csY2" fmla="*/ 147697 h 286335"/>
                <a:gd name="csX3" fmla="*/ 1 w 18485"/>
                <a:gd name="csY3" fmla="*/ 286336 h 286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85" h="286335">
                  <a:moveTo>
                    <a:pt x="18116" y="1"/>
                  </a:moveTo>
                  <a:lnTo>
                    <a:pt x="18486" y="147697"/>
                  </a:lnTo>
                  <a:lnTo>
                    <a:pt x="1" y="147697"/>
                  </a:lnTo>
                  <a:lnTo>
                    <a:pt x="1" y="286336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584021A-03DC-772C-04E4-0785780C372B}"/>
                </a:ext>
              </a:extLst>
            </p:cNvPr>
            <p:cNvSpPr/>
            <p:nvPr/>
          </p:nvSpPr>
          <p:spPr>
            <a:xfrm>
              <a:off x="9788413" y="2130416"/>
              <a:ext cx="369703" cy="92425"/>
            </a:xfrm>
            <a:custGeom>
              <a:avLst/>
              <a:gdLst>
                <a:gd name="csX0" fmla="*/ 1 w 369703"/>
                <a:gd name="csY0" fmla="*/ 92426 h 92425"/>
                <a:gd name="csX1" fmla="*/ 1 w 369703"/>
                <a:gd name="csY1" fmla="*/ 1 h 92425"/>
                <a:gd name="csX2" fmla="*/ 369704 w 369703"/>
                <a:gd name="csY2" fmla="*/ 1 h 924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9703" h="92425">
                  <a:moveTo>
                    <a:pt x="1" y="92426"/>
                  </a:moveTo>
                  <a:lnTo>
                    <a:pt x="1" y="1"/>
                  </a:lnTo>
                  <a:lnTo>
                    <a:pt x="369704" y="1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4" name="Graphic 4">
              <a:extLst>
                <a:ext uri="{FF2B5EF4-FFF2-40B4-BE49-F238E27FC236}">
                  <a16:creationId xmlns:a16="http://schemas.microsoft.com/office/drawing/2014/main" id="{908D7CF2-D38E-6582-AA3A-E560D703A999}"/>
                </a:ext>
              </a:extLst>
            </p:cNvPr>
            <p:cNvGrpSpPr/>
            <p:nvPr/>
          </p:nvGrpSpPr>
          <p:grpSpPr>
            <a:xfrm>
              <a:off x="8679303" y="1945564"/>
              <a:ext cx="1109110" cy="554555"/>
              <a:chOff x="8679303" y="1945564"/>
              <a:chExt cx="1109110" cy="554555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2909C1A1-3461-5547-B2B6-4A14449CAD42}"/>
                  </a:ext>
                </a:extLst>
              </p:cNvPr>
              <p:cNvSpPr/>
              <p:nvPr/>
            </p:nvSpPr>
            <p:spPr>
              <a:xfrm>
                <a:off x="8679303" y="1945564"/>
                <a:ext cx="1109110" cy="554555"/>
              </a:xfrm>
              <a:prstGeom prst="rect">
                <a:avLst/>
              </a:pr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6E03B33-F24E-0909-4F11-1E70DC656876}"/>
                  </a:ext>
                </a:extLst>
              </p:cNvPr>
              <p:cNvSpPr txBox="1"/>
              <p:nvPr/>
            </p:nvSpPr>
            <p:spPr>
              <a:xfrm>
                <a:off x="8838776" y="2109066"/>
                <a:ext cx="80663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Contribution</a:t>
                </a:r>
              </a:p>
            </p:txBody>
          </p:sp>
        </p:grpSp>
        <p:grpSp>
          <p:nvGrpSpPr>
            <p:cNvPr id="107" name="Graphic 4">
              <a:extLst>
                <a:ext uri="{FF2B5EF4-FFF2-40B4-BE49-F238E27FC236}">
                  <a16:creationId xmlns:a16="http://schemas.microsoft.com/office/drawing/2014/main" id="{48600E56-0072-596E-286E-81B1BD6E88FB}"/>
                </a:ext>
              </a:extLst>
            </p:cNvPr>
            <p:cNvGrpSpPr/>
            <p:nvPr/>
          </p:nvGrpSpPr>
          <p:grpSpPr>
            <a:xfrm>
              <a:off x="8864155" y="2823610"/>
              <a:ext cx="554555" cy="462129"/>
              <a:chOff x="8864155" y="2823610"/>
              <a:chExt cx="554555" cy="462129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1BABFC5A-E0E7-DA92-B84C-FC5AEFF62A31}"/>
                  </a:ext>
                </a:extLst>
              </p:cNvPr>
              <p:cNvSpPr/>
              <p:nvPr/>
            </p:nvSpPr>
            <p:spPr>
              <a:xfrm>
                <a:off x="8864155" y="2823610"/>
                <a:ext cx="554555" cy="462129"/>
              </a:xfrm>
              <a:prstGeom prst="ellipse">
                <a:avLst/>
              </a:pr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A9455357-E80C-0A45-1632-1CEE26A14FAD}"/>
                  </a:ext>
                </a:extLst>
              </p:cNvPr>
              <p:cNvSpPr txBox="1"/>
              <p:nvPr/>
            </p:nvSpPr>
            <p:spPr>
              <a:xfrm>
                <a:off x="8935940" y="2908948"/>
                <a:ext cx="421910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Role</a:t>
                </a:r>
              </a:p>
            </p:txBody>
          </p:sp>
        </p:grp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ACB70C29-551A-EA82-2F76-121EB2C9F452}"/>
                </a:ext>
              </a:extLst>
            </p:cNvPr>
            <p:cNvSpPr/>
            <p:nvPr/>
          </p:nvSpPr>
          <p:spPr>
            <a:xfrm>
              <a:off x="10482717" y="2464628"/>
              <a:ext cx="63589" cy="229770"/>
            </a:xfrm>
            <a:custGeom>
              <a:avLst/>
              <a:gdLst>
                <a:gd name="csX0" fmla="*/ 1 w 63589"/>
                <a:gd name="csY0" fmla="*/ 1 h 229770"/>
                <a:gd name="csX1" fmla="*/ 63590 w 63589"/>
                <a:gd name="csY1" fmla="*/ 370 h 229770"/>
                <a:gd name="csX2" fmla="*/ 63219 w 63589"/>
                <a:gd name="csY2" fmla="*/ 229771 h 229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3589" h="229770">
                  <a:moveTo>
                    <a:pt x="1" y="1"/>
                  </a:moveTo>
                  <a:lnTo>
                    <a:pt x="63590" y="370"/>
                  </a:lnTo>
                  <a:lnTo>
                    <a:pt x="63219" y="229771"/>
                  </a:lnTo>
                </a:path>
              </a:pathLst>
            </a:custGeom>
            <a:noFill/>
            <a:ln w="2771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1" name="Graphic 4">
              <a:extLst>
                <a:ext uri="{FF2B5EF4-FFF2-40B4-BE49-F238E27FC236}">
                  <a16:creationId xmlns:a16="http://schemas.microsoft.com/office/drawing/2014/main" id="{2B9271AE-70BA-373A-2DA8-BAD5F73187CD}"/>
                </a:ext>
              </a:extLst>
            </p:cNvPr>
            <p:cNvGrpSpPr/>
            <p:nvPr/>
          </p:nvGrpSpPr>
          <p:grpSpPr>
            <a:xfrm>
              <a:off x="10076465" y="1760712"/>
              <a:ext cx="939681" cy="739407"/>
              <a:chOff x="10076465" y="1760712"/>
              <a:chExt cx="939681" cy="739407"/>
            </a:xfrm>
          </p:grpSpPr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E7BEDF45-A3C4-28CC-B9B8-70CA9ADAA75A}"/>
                  </a:ext>
                </a:extLst>
              </p:cNvPr>
              <p:cNvSpPr/>
              <p:nvPr/>
            </p:nvSpPr>
            <p:spPr>
              <a:xfrm>
                <a:off x="10158117" y="1760712"/>
                <a:ext cx="739407" cy="739407"/>
              </a:xfrm>
              <a:custGeom>
                <a:avLst/>
                <a:gdLst>
                  <a:gd name="csX0" fmla="*/ 369704 w 739407"/>
                  <a:gd name="csY0" fmla="*/ 1 h 739407"/>
                  <a:gd name="csX1" fmla="*/ 739408 w 739407"/>
                  <a:gd name="csY1" fmla="*/ 369704 h 739407"/>
                  <a:gd name="csX2" fmla="*/ 369704 w 739407"/>
                  <a:gd name="csY2" fmla="*/ 739408 h 739407"/>
                  <a:gd name="csX3" fmla="*/ 1 w 739407"/>
                  <a:gd name="csY3" fmla="*/ 369704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9407" h="739407">
                    <a:moveTo>
                      <a:pt x="369704" y="1"/>
                    </a:moveTo>
                    <a:lnTo>
                      <a:pt x="739408" y="369704"/>
                    </a:lnTo>
                    <a:lnTo>
                      <a:pt x="369704" y="739408"/>
                    </a:lnTo>
                    <a:lnTo>
                      <a:pt x="1" y="369704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1A13A18-0895-CE62-F606-1C023529CEBF}"/>
                  </a:ext>
                </a:extLst>
              </p:cNvPr>
              <p:cNvSpPr txBox="1"/>
              <p:nvPr/>
            </p:nvSpPr>
            <p:spPr>
              <a:xfrm>
                <a:off x="10076465" y="1995503"/>
                <a:ext cx="939681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80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Contrubuted</a:t>
                </a:r>
                <a:r>
                  <a:rPr lang="en-US" sz="90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_by</a:t>
                </a:r>
                <a:endParaRPr lang="en-US" sz="90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2522B93-E3FA-2D94-2DCD-97436E0BCE35}"/>
                </a:ext>
              </a:extLst>
            </p:cNvPr>
            <p:cNvSpPr/>
            <p:nvPr/>
          </p:nvSpPr>
          <p:spPr>
            <a:xfrm>
              <a:off x="6183804" y="5919877"/>
              <a:ext cx="1571239" cy="554555"/>
            </a:xfrm>
            <a:custGeom>
              <a:avLst/>
              <a:gdLst>
                <a:gd name="csX0" fmla="*/ 1571241 w 1571239"/>
                <a:gd name="csY0" fmla="*/ 554556 h 554555"/>
                <a:gd name="csX1" fmla="*/ 1 w 1571239"/>
                <a:gd name="csY1" fmla="*/ 554556 h 554555"/>
                <a:gd name="csX2" fmla="*/ 1 w 1571239"/>
                <a:gd name="csY2" fmla="*/ 1 h 5545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571239" h="554555">
                  <a:moveTo>
                    <a:pt x="1571241" y="554556"/>
                  </a:moveTo>
                  <a:lnTo>
                    <a:pt x="1" y="554556"/>
                  </a:lnTo>
                  <a:lnTo>
                    <a:pt x="1" y="1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" name="Graphic 4">
              <a:extLst>
                <a:ext uri="{FF2B5EF4-FFF2-40B4-BE49-F238E27FC236}">
                  <a16:creationId xmlns:a16="http://schemas.microsoft.com/office/drawing/2014/main" id="{7574432E-6C0F-DCFD-8ADE-8C06410A6741}"/>
                </a:ext>
              </a:extLst>
            </p:cNvPr>
            <p:cNvGrpSpPr/>
            <p:nvPr/>
          </p:nvGrpSpPr>
          <p:grpSpPr>
            <a:xfrm>
              <a:off x="7755044" y="6104729"/>
              <a:ext cx="739407" cy="739407"/>
              <a:chOff x="7755044" y="6104729"/>
              <a:chExt cx="739407" cy="739407"/>
            </a:xfrm>
          </p:grpSpPr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D0C5778C-8459-A5B0-3790-AD34B99045A2}"/>
                  </a:ext>
                </a:extLst>
              </p:cNvPr>
              <p:cNvSpPr/>
              <p:nvPr/>
            </p:nvSpPr>
            <p:spPr>
              <a:xfrm>
                <a:off x="7755044" y="6104729"/>
                <a:ext cx="739407" cy="739407"/>
              </a:xfrm>
              <a:custGeom>
                <a:avLst/>
                <a:gdLst>
                  <a:gd name="csX0" fmla="*/ 369704 w 739407"/>
                  <a:gd name="csY0" fmla="*/ 1 h 739407"/>
                  <a:gd name="csX1" fmla="*/ 739408 w 739407"/>
                  <a:gd name="csY1" fmla="*/ 369704 h 739407"/>
                  <a:gd name="csX2" fmla="*/ 369704 w 739407"/>
                  <a:gd name="csY2" fmla="*/ 739408 h 739407"/>
                  <a:gd name="csX3" fmla="*/ 1 w 739407"/>
                  <a:gd name="csY3" fmla="*/ 369704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9407" h="739407">
                    <a:moveTo>
                      <a:pt x="369704" y="1"/>
                    </a:moveTo>
                    <a:lnTo>
                      <a:pt x="739408" y="369704"/>
                    </a:lnTo>
                    <a:lnTo>
                      <a:pt x="369704" y="739408"/>
                    </a:lnTo>
                    <a:lnTo>
                      <a:pt x="1" y="369704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291BCD3-91F8-A8B7-7FAB-1CD2239AD7EC}"/>
                  </a:ext>
                </a:extLst>
              </p:cNvPr>
              <p:cNvSpPr txBox="1"/>
              <p:nvPr/>
            </p:nvSpPr>
            <p:spPr>
              <a:xfrm>
                <a:off x="7818339" y="6382005"/>
                <a:ext cx="601447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Manage</a:t>
                </a:r>
              </a:p>
            </p:txBody>
          </p:sp>
        </p:grpSp>
        <p:grpSp>
          <p:nvGrpSpPr>
            <p:cNvPr id="118" name="Graphic 4">
              <a:extLst>
                <a:ext uri="{FF2B5EF4-FFF2-40B4-BE49-F238E27FC236}">
                  <a16:creationId xmlns:a16="http://schemas.microsoft.com/office/drawing/2014/main" id="{5FD00C2E-D378-9617-E57C-4F41216C7FB0}"/>
                </a:ext>
              </a:extLst>
            </p:cNvPr>
            <p:cNvGrpSpPr/>
            <p:nvPr/>
          </p:nvGrpSpPr>
          <p:grpSpPr>
            <a:xfrm>
              <a:off x="8525414" y="6434135"/>
              <a:ext cx="616018" cy="83183"/>
              <a:chOff x="8525414" y="6434135"/>
              <a:chExt cx="616018" cy="83183"/>
            </a:xfrm>
          </p:grpSpPr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C8415B79-5750-D337-624B-D67A3B1C3BA7}"/>
                  </a:ext>
                </a:extLst>
              </p:cNvPr>
              <p:cNvSpPr/>
              <p:nvPr/>
            </p:nvSpPr>
            <p:spPr>
              <a:xfrm>
                <a:off x="8587801" y="6475541"/>
                <a:ext cx="553631" cy="2957"/>
              </a:xfrm>
              <a:custGeom>
                <a:avLst/>
                <a:gdLst>
                  <a:gd name="csX0" fmla="*/ 553632 w 553631"/>
                  <a:gd name="csY0" fmla="*/ 2958 h 2957"/>
                  <a:gd name="csX1" fmla="*/ 230141 w 553631"/>
                  <a:gd name="csY1" fmla="*/ 2589 h 2957"/>
                  <a:gd name="csX2" fmla="*/ 1 w 553631"/>
                  <a:gd name="csY2" fmla="*/ 1 h 29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53631" h="2957">
                    <a:moveTo>
                      <a:pt x="553632" y="2958"/>
                    </a:moveTo>
                    <a:lnTo>
                      <a:pt x="230141" y="2589"/>
                    </a:lnTo>
                    <a:lnTo>
                      <a:pt x="1" y="1"/>
                    </a:lnTo>
                  </a:path>
                </a:pathLst>
              </a:custGeom>
              <a:noFill/>
              <a:ln w="2771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A3AB0DAE-D0A0-271E-2291-7A84C04DED5B}"/>
                  </a:ext>
                </a:extLst>
              </p:cNvPr>
              <p:cNvSpPr/>
              <p:nvPr/>
            </p:nvSpPr>
            <p:spPr>
              <a:xfrm>
                <a:off x="8525414" y="6434135"/>
                <a:ext cx="83645" cy="83183"/>
              </a:xfrm>
              <a:custGeom>
                <a:avLst/>
                <a:gdLst>
                  <a:gd name="csX0" fmla="*/ 1 w 83645"/>
                  <a:gd name="csY0" fmla="*/ 40668 h 83183"/>
                  <a:gd name="csX1" fmla="*/ 83646 w 83645"/>
                  <a:gd name="csY1" fmla="*/ 1 h 83183"/>
                  <a:gd name="csX2" fmla="*/ 62388 w 83645"/>
                  <a:gd name="csY2" fmla="*/ 41407 h 83183"/>
                  <a:gd name="csX3" fmla="*/ 82722 w 83645"/>
                  <a:gd name="csY3" fmla="*/ 83184 h 831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645" h="83183">
                    <a:moveTo>
                      <a:pt x="1" y="40668"/>
                    </a:moveTo>
                    <a:lnTo>
                      <a:pt x="83646" y="1"/>
                    </a:lnTo>
                    <a:lnTo>
                      <a:pt x="62388" y="41407"/>
                    </a:lnTo>
                    <a:lnTo>
                      <a:pt x="82722" y="83184"/>
                    </a:lnTo>
                    <a:close/>
                  </a:path>
                </a:pathLst>
              </a:custGeom>
              <a:solidFill>
                <a:srgbClr val="000000"/>
              </a:solidFill>
              <a:ln w="2771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1" name="Graphic 4">
              <a:extLst>
                <a:ext uri="{FF2B5EF4-FFF2-40B4-BE49-F238E27FC236}">
                  <a16:creationId xmlns:a16="http://schemas.microsoft.com/office/drawing/2014/main" id="{38E75D7A-7CFD-5797-94FC-00D2E67412E6}"/>
                </a:ext>
              </a:extLst>
            </p:cNvPr>
            <p:cNvGrpSpPr/>
            <p:nvPr/>
          </p:nvGrpSpPr>
          <p:grpSpPr>
            <a:xfrm>
              <a:off x="9141432" y="6104729"/>
              <a:ext cx="1109110" cy="554555"/>
              <a:chOff x="9141432" y="6104729"/>
              <a:chExt cx="1109110" cy="554555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1DBA9D5-2BB3-EF8D-E221-258BB56FA730}"/>
                  </a:ext>
                </a:extLst>
              </p:cNvPr>
              <p:cNvSpPr/>
              <p:nvPr/>
            </p:nvSpPr>
            <p:spPr>
              <a:xfrm>
                <a:off x="9141432" y="6104729"/>
                <a:ext cx="1109110" cy="554555"/>
              </a:xfrm>
              <a:prstGeom prst="rect">
                <a:avLst/>
              </a:pr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7CC21CF9-2402-A74C-56EF-21891485C725}"/>
                  </a:ext>
                </a:extLst>
              </p:cNvPr>
              <p:cNvSpPr txBox="1"/>
              <p:nvPr/>
            </p:nvSpPr>
            <p:spPr>
              <a:xfrm>
                <a:off x="9396436" y="6268230"/>
                <a:ext cx="60785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Budgets</a:t>
                </a:r>
              </a:p>
            </p:txBody>
          </p:sp>
        </p:grp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9B94D83-E50D-6201-6BAC-AFF1D2343785}"/>
                </a:ext>
              </a:extLst>
            </p:cNvPr>
            <p:cNvSpPr/>
            <p:nvPr/>
          </p:nvSpPr>
          <p:spPr>
            <a:xfrm>
              <a:off x="10620246" y="3239526"/>
              <a:ext cx="9242" cy="831832"/>
            </a:xfrm>
            <a:custGeom>
              <a:avLst/>
              <a:gdLst>
                <a:gd name="csX0" fmla="*/ 1 w 9242"/>
                <a:gd name="csY0" fmla="*/ 831833 h 831832"/>
                <a:gd name="csX1" fmla="*/ 1 w 9242"/>
                <a:gd name="csY1" fmla="*/ 1 h 8318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242" h="831832">
                  <a:moveTo>
                    <a:pt x="1" y="831833"/>
                  </a:moveTo>
                  <a:lnTo>
                    <a:pt x="1" y="1"/>
                  </a:lnTo>
                </a:path>
              </a:pathLst>
            </a:custGeom>
            <a:noFill/>
            <a:ln w="2771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AFF81678-A68A-FE0D-1A3D-43365E2F90D4}"/>
                </a:ext>
              </a:extLst>
            </p:cNvPr>
            <p:cNvSpPr/>
            <p:nvPr/>
          </p:nvSpPr>
          <p:spPr>
            <a:xfrm>
              <a:off x="10250543" y="4810766"/>
              <a:ext cx="369703" cy="1571239"/>
            </a:xfrm>
            <a:custGeom>
              <a:avLst/>
              <a:gdLst>
                <a:gd name="csX0" fmla="*/ 369704 w 369703"/>
                <a:gd name="csY0" fmla="*/ 1 h 1571239"/>
                <a:gd name="csX1" fmla="*/ 369704 w 369703"/>
                <a:gd name="csY1" fmla="*/ 1571240 h 1571239"/>
                <a:gd name="csX2" fmla="*/ 1 w 369703"/>
                <a:gd name="csY2" fmla="*/ 1571240 h 1571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9703" h="1571239">
                  <a:moveTo>
                    <a:pt x="369704" y="1"/>
                  </a:moveTo>
                  <a:lnTo>
                    <a:pt x="369704" y="1571240"/>
                  </a:lnTo>
                  <a:lnTo>
                    <a:pt x="1" y="1571240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6" name="Graphic 4">
              <a:extLst>
                <a:ext uri="{FF2B5EF4-FFF2-40B4-BE49-F238E27FC236}">
                  <a16:creationId xmlns:a16="http://schemas.microsoft.com/office/drawing/2014/main" id="{BAD9498B-6960-F878-F868-B6EAD88F187C}"/>
                </a:ext>
              </a:extLst>
            </p:cNvPr>
            <p:cNvGrpSpPr/>
            <p:nvPr/>
          </p:nvGrpSpPr>
          <p:grpSpPr>
            <a:xfrm>
              <a:off x="10250543" y="4071359"/>
              <a:ext cx="739407" cy="739407"/>
              <a:chOff x="10250543" y="4071359"/>
              <a:chExt cx="739407" cy="739407"/>
            </a:xfrm>
          </p:grpSpPr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C853A1C-B05E-0087-511E-E7C88CFB3475}"/>
                  </a:ext>
                </a:extLst>
              </p:cNvPr>
              <p:cNvSpPr/>
              <p:nvPr/>
            </p:nvSpPr>
            <p:spPr>
              <a:xfrm>
                <a:off x="10250543" y="4071359"/>
                <a:ext cx="739407" cy="739407"/>
              </a:xfrm>
              <a:custGeom>
                <a:avLst/>
                <a:gdLst>
                  <a:gd name="csX0" fmla="*/ 369704 w 739407"/>
                  <a:gd name="csY0" fmla="*/ 1 h 739407"/>
                  <a:gd name="csX1" fmla="*/ 739408 w 739407"/>
                  <a:gd name="csY1" fmla="*/ 369704 h 739407"/>
                  <a:gd name="csX2" fmla="*/ 369704 w 739407"/>
                  <a:gd name="csY2" fmla="*/ 739408 h 739407"/>
                  <a:gd name="csX3" fmla="*/ 1 w 739407"/>
                  <a:gd name="csY3" fmla="*/ 369704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9407" h="739407">
                    <a:moveTo>
                      <a:pt x="369704" y="1"/>
                    </a:moveTo>
                    <a:lnTo>
                      <a:pt x="739408" y="369704"/>
                    </a:lnTo>
                    <a:lnTo>
                      <a:pt x="369704" y="739408"/>
                    </a:lnTo>
                    <a:lnTo>
                      <a:pt x="1" y="369704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0321035E-86F8-BAC8-CB19-3AF02C3B7721}"/>
                  </a:ext>
                </a:extLst>
              </p:cNvPr>
              <p:cNvSpPr txBox="1"/>
              <p:nvPr/>
            </p:nvSpPr>
            <p:spPr>
              <a:xfrm>
                <a:off x="10336102" y="4391985"/>
                <a:ext cx="575799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Funded</a:t>
                </a:r>
              </a:p>
            </p:txBody>
          </p:sp>
        </p:grp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1E636E61-58AD-5AF6-B86F-4700020B12A3}"/>
                </a:ext>
              </a:extLst>
            </p:cNvPr>
            <p:cNvSpPr/>
            <p:nvPr/>
          </p:nvSpPr>
          <p:spPr>
            <a:xfrm>
              <a:off x="8402025" y="374324"/>
              <a:ext cx="646981" cy="9242"/>
            </a:xfrm>
            <a:custGeom>
              <a:avLst/>
              <a:gdLst>
                <a:gd name="csX0" fmla="*/ 646982 w 646981"/>
                <a:gd name="csY0" fmla="*/ 1 h 9242"/>
                <a:gd name="csX1" fmla="*/ 1 w 646981"/>
                <a:gd name="csY1" fmla="*/ 1 h 92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46981" h="9242">
                  <a:moveTo>
                    <a:pt x="646982" y="1"/>
                  </a:moveTo>
                  <a:lnTo>
                    <a:pt x="1" y="1"/>
                  </a:lnTo>
                </a:path>
              </a:pathLst>
            </a:custGeom>
            <a:noFill/>
            <a:ln w="9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0" name="Graphic 4">
              <a:extLst>
                <a:ext uri="{FF2B5EF4-FFF2-40B4-BE49-F238E27FC236}">
                  <a16:creationId xmlns:a16="http://schemas.microsoft.com/office/drawing/2014/main" id="{56E864CB-ED9D-A85A-45FB-F056997FC2D5}"/>
                </a:ext>
              </a:extLst>
            </p:cNvPr>
            <p:cNvGrpSpPr/>
            <p:nvPr/>
          </p:nvGrpSpPr>
          <p:grpSpPr>
            <a:xfrm>
              <a:off x="9049006" y="97047"/>
              <a:ext cx="1109275" cy="554555"/>
              <a:chOff x="9049006" y="97047"/>
              <a:chExt cx="1109275" cy="554555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02499DDC-2422-D6FC-69F2-70E84EBADCA1}"/>
                  </a:ext>
                </a:extLst>
              </p:cNvPr>
              <p:cNvSpPr/>
              <p:nvPr/>
            </p:nvSpPr>
            <p:spPr>
              <a:xfrm>
                <a:off x="9049006" y="97047"/>
                <a:ext cx="1109110" cy="554555"/>
              </a:xfrm>
              <a:prstGeom prst="rect">
                <a:avLst/>
              </a:pr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E9FDA84-5E3B-CE9E-C9E4-259C2D94AE68}"/>
                  </a:ext>
                </a:extLst>
              </p:cNvPr>
              <p:cNvSpPr txBox="1"/>
              <p:nvPr/>
            </p:nvSpPr>
            <p:spPr>
              <a:xfrm>
                <a:off x="9075933" y="260549"/>
                <a:ext cx="1082348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model</a:t>
                </a:r>
              </a:p>
            </p:txBody>
          </p:sp>
        </p:grpSp>
        <p:grpSp>
          <p:nvGrpSpPr>
            <p:cNvPr id="133" name="Graphic 4">
              <a:extLst>
                <a:ext uri="{FF2B5EF4-FFF2-40B4-BE49-F238E27FC236}">
                  <a16:creationId xmlns:a16="http://schemas.microsoft.com/office/drawing/2014/main" id="{3D48E703-48FF-BC09-0CED-FEDC3818A2C5}"/>
                </a:ext>
              </a:extLst>
            </p:cNvPr>
            <p:cNvGrpSpPr/>
            <p:nvPr/>
          </p:nvGrpSpPr>
          <p:grpSpPr>
            <a:xfrm>
              <a:off x="7516312" y="4621"/>
              <a:ext cx="915635" cy="739407"/>
              <a:chOff x="7516312" y="4621"/>
              <a:chExt cx="915635" cy="739407"/>
            </a:xfrm>
          </p:grpSpPr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ECDFD07F-57D6-4F86-7E3B-C02EBEB08481}"/>
                  </a:ext>
                </a:extLst>
              </p:cNvPr>
              <p:cNvSpPr/>
              <p:nvPr/>
            </p:nvSpPr>
            <p:spPr>
              <a:xfrm>
                <a:off x="7662618" y="4621"/>
                <a:ext cx="739407" cy="739407"/>
              </a:xfrm>
              <a:custGeom>
                <a:avLst/>
                <a:gdLst>
                  <a:gd name="csX0" fmla="*/ 369704 w 739407"/>
                  <a:gd name="csY0" fmla="*/ 1 h 739407"/>
                  <a:gd name="csX1" fmla="*/ 739408 w 739407"/>
                  <a:gd name="csY1" fmla="*/ 369704 h 739407"/>
                  <a:gd name="csX2" fmla="*/ 369704 w 739407"/>
                  <a:gd name="csY2" fmla="*/ 739408 h 739407"/>
                  <a:gd name="csX3" fmla="*/ 1 w 739407"/>
                  <a:gd name="csY3" fmla="*/ 369704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9407" h="739407">
                    <a:moveTo>
                      <a:pt x="369704" y="1"/>
                    </a:moveTo>
                    <a:lnTo>
                      <a:pt x="739408" y="369704"/>
                    </a:lnTo>
                    <a:lnTo>
                      <a:pt x="369704" y="739408"/>
                    </a:lnTo>
                    <a:lnTo>
                      <a:pt x="1" y="369704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4C5D1B87-8764-B699-00E5-0F49B7AB8A58}"/>
                  </a:ext>
                </a:extLst>
              </p:cNvPr>
              <p:cNvSpPr txBox="1"/>
              <p:nvPr/>
            </p:nvSpPr>
            <p:spPr>
              <a:xfrm>
                <a:off x="7516312" y="275892"/>
                <a:ext cx="91563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Correspond to</a:t>
                </a:r>
              </a:p>
            </p:txBody>
          </p:sp>
        </p:grpSp>
        <p:grpSp>
          <p:nvGrpSpPr>
            <p:cNvPr id="136" name="Graphic 4">
              <a:extLst>
                <a:ext uri="{FF2B5EF4-FFF2-40B4-BE49-F238E27FC236}">
                  <a16:creationId xmlns:a16="http://schemas.microsoft.com/office/drawing/2014/main" id="{3A50D299-0E60-8382-CDE0-0F0857F5E5F8}"/>
                </a:ext>
              </a:extLst>
            </p:cNvPr>
            <p:cNvGrpSpPr/>
            <p:nvPr/>
          </p:nvGrpSpPr>
          <p:grpSpPr>
            <a:xfrm>
              <a:off x="5725567" y="928880"/>
              <a:ext cx="947695" cy="739407"/>
              <a:chOff x="5725567" y="928880"/>
              <a:chExt cx="947695" cy="739407"/>
            </a:xfrm>
          </p:grpSpPr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69ADC226-941F-5A6F-4F6B-0C035ED5EDAA}"/>
                  </a:ext>
                </a:extLst>
              </p:cNvPr>
              <p:cNvSpPr/>
              <p:nvPr/>
            </p:nvSpPr>
            <p:spPr>
              <a:xfrm>
                <a:off x="5814101" y="928880"/>
                <a:ext cx="739407" cy="739407"/>
              </a:xfrm>
              <a:custGeom>
                <a:avLst/>
                <a:gdLst>
                  <a:gd name="csX0" fmla="*/ 369704 w 739407"/>
                  <a:gd name="csY0" fmla="*/ 1 h 739407"/>
                  <a:gd name="csX1" fmla="*/ 739408 w 739407"/>
                  <a:gd name="csY1" fmla="*/ 369704 h 739407"/>
                  <a:gd name="csX2" fmla="*/ 369704 w 739407"/>
                  <a:gd name="csY2" fmla="*/ 739408 h 739407"/>
                  <a:gd name="csX3" fmla="*/ 1 w 739407"/>
                  <a:gd name="csY3" fmla="*/ 369704 h 739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9407" h="739407">
                    <a:moveTo>
                      <a:pt x="369704" y="1"/>
                    </a:moveTo>
                    <a:lnTo>
                      <a:pt x="739408" y="369704"/>
                    </a:lnTo>
                    <a:lnTo>
                      <a:pt x="369704" y="739408"/>
                    </a:lnTo>
                    <a:lnTo>
                      <a:pt x="1" y="369704"/>
                    </a:lnTo>
                    <a:close/>
                  </a:path>
                </a:pathLst>
              </a:custGeom>
              <a:solidFill>
                <a:srgbClr val="FFFFFF"/>
              </a:solidFill>
              <a:ln w="924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7A9957D-7E48-97E6-CD8E-BF26B9105EF6}"/>
                  </a:ext>
                </a:extLst>
              </p:cNvPr>
              <p:cNvSpPr txBox="1"/>
              <p:nvPr/>
            </p:nvSpPr>
            <p:spPr>
              <a:xfrm>
                <a:off x="5725567" y="1199230"/>
                <a:ext cx="94769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Used_by_simu</a:t>
                </a:r>
                <a:endParaRPr lang="en-US" sz="90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436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raphic 168">
            <a:extLst>
              <a:ext uri="{FF2B5EF4-FFF2-40B4-BE49-F238E27FC236}">
                <a16:creationId xmlns:a16="http://schemas.microsoft.com/office/drawing/2014/main" id="{A3C35442-3661-FF3A-F6A4-59510775AFE4}"/>
              </a:ext>
            </a:extLst>
          </p:cNvPr>
          <p:cNvGrpSpPr/>
          <p:nvPr/>
        </p:nvGrpSpPr>
        <p:grpSpPr>
          <a:xfrm>
            <a:off x="137060" y="110515"/>
            <a:ext cx="12296642" cy="9380170"/>
            <a:chOff x="175160" y="109323"/>
            <a:chExt cx="12296642" cy="9380170"/>
          </a:xfrm>
        </p:grpSpPr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1117F1F4-8684-E44F-2B7C-F40A1D0080AE}"/>
                </a:ext>
              </a:extLst>
            </p:cNvPr>
            <p:cNvSpPr/>
            <p:nvPr/>
          </p:nvSpPr>
          <p:spPr>
            <a:xfrm>
              <a:off x="6435270" y="4413166"/>
              <a:ext cx="11178" cy="331064"/>
            </a:xfrm>
            <a:custGeom>
              <a:avLst/>
              <a:gdLst>
                <a:gd name="csX0" fmla="*/ 1 w 11178"/>
                <a:gd name="csY0" fmla="*/ 1 h 331064"/>
                <a:gd name="csX1" fmla="*/ 1 w 11178"/>
                <a:gd name="csY1" fmla="*/ 220710 h 331064"/>
                <a:gd name="csX2" fmla="*/ 1 w 11178"/>
                <a:gd name="csY2" fmla="*/ 110355 h 331064"/>
                <a:gd name="csX3" fmla="*/ 1 w 11178"/>
                <a:gd name="csY3" fmla="*/ 331065 h 331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178" h="331064">
                  <a:moveTo>
                    <a:pt x="1" y="1"/>
                  </a:moveTo>
                  <a:lnTo>
                    <a:pt x="1" y="220710"/>
                  </a:lnTo>
                  <a:lnTo>
                    <a:pt x="1" y="110355"/>
                  </a:lnTo>
                  <a:lnTo>
                    <a:pt x="1" y="331065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BF226496-08B9-5F5E-586A-EC837DE81A1D}"/>
                </a:ext>
              </a:extLst>
            </p:cNvPr>
            <p:cNvSpPr/>
            <p:nvPr/>
          </p:nvSpPr>
          <p:spPr>
            <a:xfrm>
              <a:off x="6435270" y="3309617"/>
              <a:ext cx="11178" cy="441419"/>
            </a:xfrm>
            <a:custGeom>
              <a:avLst/>
              <a:gdLst>
                <a:gd name="csX0" fmla="*/ 1 w 11178"/>
                <a:gd name="csY0" fmla="*/ 441420 h 441419"/>
                <a:gd name="csX1" fmla="*/ 1 w 11178"/>
                <a:gd name="csY1" fmla="*/ 1 h 4414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178" h="441419">
                  <a:moveTo>
                    <a:pt x="1" y="441420"/>
                  </a:moveTo>
                  <a:lnTo>
                    <a:pt x="1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B9F43FA3-1A22-BFDA-D24E-52A9DF51F612}"/>
                </a:ext>
              </a:extLst>
            </p:cNvPr>
            <p:cNvSpPr/>
            <p:nvPr/>
          </p:nvSpPr>
          <p:spPr>
            <a:xfrm>
              <a:off x="7105996" y="2868197"/>
              <a:ext cx="1117876" cy="882839"/>
            </a:xfrm>
            <a:custGeom>
              <a:avLst/>
              <a:gdLst>
                <a:gd name="csX0" fmla="*/ 1 w 1117876"/>
                <a:gd name="csY0" fmla="*/ 882840 h 882839"/>
                <a:gd name="csX1" fmla="*/ 1 w 1117876"/>
                <a:gd name="csY1" fmla="*/ 1 h 882839"/>
                <a:gd name="csX2" fmla="*/ 1117877 w 1117876"/>
                <a:gd name="csY2" fmla="*/ 1 h 8828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17876" h="882839">
                  <a:moveTo>
                    <a:pt x="1" y="882840"/>
                  </a:moveTo>
                  <a:lnTo>
                    <a:pt x="1" y="1"/>
                  </a:lnTo>
                  <a:lnTo>
                    <a:pt x="1117877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5" name="Graphic 168">
              <a:extLst>
                <a:ext uri="{FF2B5EF4-FFF2-40B4-BE49-F238E27FC236}">
                  <a16:creationId xmlns:a16="http://schemas.microsoft.com/office/drawing/2014/main" id="{430A98CC-D2A6-80C9-49E3-A97D2072917B}"/>
                </a:ext>
              </a:extLst>
            </p:cNvPr>
            <p:cNvGrpSpPr/>
            <p:nvPr/>
          </p:nvGrpSpPr>
          <p:grpSpPr>
            <a:xfrm>
              <a:off x="5764543" y="3751036"/>
              <a:ext cx="1341451" cy="662129"/>
              <a:chOff x="5764543" y="3751036"/>
              <a:chExt cx="1341451" cy="662129"/>
            </a:xfrm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05786212-D5FF-131B-3C98-644BF6A91551}"/>
                  </a:ext>
                </a:extLst>
              </p:cNvPr>
              <p:cNvSpPr/>
              <p:nvPr/>
            </p:nvSpPr>
            <p:spPr>
              <a:xfrm>
                <a:off x="5764543" y="3751036"/>
                <a:ext cx="1341451" cy="662129"/>
              </a:xfrm>
              <a:prstGeom prst="rect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11676976-24A6-06FF-CA90-02A2AED19559}"/>
                  </a:ext>
                </a:extLst>
              </p:cNvPr>
              <p:cNvSpPr txBox="1"/>
              <p:nvPr/>
            </p:nvSpPr>
            <p:spPr>
              <a:xfrm>
                <a:off x="6121252" y="3952917"/>
                <a:ext cx="607913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Person</a:t>
                </a:r>
              </a:p>
            </p:txBody>
          </p:sp>
        </p:grp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5097E54A-FF49-C646-DD4A-303F0ACB9F29}"/>
                </a:ext>
              </a:extLst>
            </p:cNvPr>
            <p:cNvSpPr/>
            <p:nvPr/>
          </p:nvSpPr>
          <p:spPr>
            <a:xfrm>
              <a:off x="6435270" y="5406361"/>
              <a:ext cx="447150" cy="331064"/>
            </a:xfrm>
            <a:custGeom>
              <a:avLst/>
              <a:gdLst>
                <a:gd name="csX0" fmla="*/ 1 w 447150"/>
                <a:gd name="csY0" fmla="*/ 1 h 331064"/>
                <a:gd name="csX1" fmla="*/ 447151 w 447150"/>
                <a:gd name="csY1" fmla="*/ 1 h 331064"/>
                <a:gd name="csX2" fmla="*/ 447151 w 447150"/>
                <a:gd name="csY2" fmla="*/ 331065 h 331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47150" h="331064">
                  <a:moveTo>
                    <a:pt x="1" y="1"/>
                  </a:moveTo>
                  <a:lnTo>
                    <a:pt x="447151" y="1"/>
                  </a:lnTo>
                  <a:lnTo>
                    <a:pt x="447151" y="331065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2597640E-153A-7F48-5A44-4A33F598AA6F}"/>
                </a:ext>
              </a:extLst>
            </p:cNvPr>
            <p:cNvSpPr/>
            <p:nvPr/>
          </p:nvSpPr>
          <p:spPr>
            <a:xfrm>
              <a:off x="5988119" y="5406361"/>
              <a:ext cx="447150" cy="331064"/>
            </a:xfrm>
            <a:custGeom>
              <a:avLst/>
              <a:gdLst>
                <a:gd name="csX0" fmla="*/ 447151 w 447150"/>
                <a:gd name="csY0" fmla="*/ 1 h 331064"/>
                <a:gd name="csX1" fmla="*/ 1 w 447150"/>
                <a:gd name="csY1" fmla="*/ 1 h 331064"/>
                <a:gd name="csX2" fmla="*/ 1 w 447150"/>
                <a:gd name="csY2" fmla="*/ 331065 h 331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47150" h="331064">
                  <a:moveTo>
                    <a:pt x="447151" y="1"/>
                  </a:moveTo>
                  <a:lnTo>
                    <a:pt x="1" y="1"/>
                  </a:lnTo>
                  <a:lnTo>
                    <a:pt x="1" y="331065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0" name="Graphic 168">
              <a:extLst>
                <a:ext uri="{FF2B5EF4-FFF2-40B4-BE49-F238E27FC236}">
                  <a16:creationId xmlns:a16="http://schemas.microsoft.com/office/drawing/2014/main" id="{FCC9A225-BD21-CC44-7B06-9EC73AA1BAD8}"/>
                </a:ext>
              </a:extLst>
            </p:cNvPr>
            <p:cNvGrpSpPr/>
            <p:nvPr/>
          </p:nvGrpSpPr>
          <p:grpSpPr>
            <a:xfrm>
              <a:off x="5993849" y="4739933"/>
              <a:ext cx="882839" cy="670725"/>
              <a:chOff x="5993849" y="4739933"/>
              <a:chExt cx="882839" cy="670725"/>
            </a:xfrm>
          </p:grpSpPr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D51542F7-A30B-2F52-E27C-2A70DEE33217}"/>
                  </a:ext>
                </a:extLst>
              </p:cNvPr>
              <p:cNvSpPr/>
              <p:nvPr/>
            </p:nvSpPr>
            <p:spPr>
              <a:xfrm rot="-5400000">
                <a:off x="6099906" y="4633876"/>
                <a:ext cx="670725" cy="882839"/>
              </a:xfrm>
              <a:custGeom>
                <a:avLst/>
                <a:gdLst>
                  <a:gd name="csX0" fmla="*/ 0 w 670725"/>
                  <a:gd name="csY0" fmla="*/ 0 h 882839"/>
                  <a:gd name="csX1" fmla="*/ 670726 w 670725"/>
                  <a:gd name="csY1" fmla="*/ 441420 h 882839"/>
                  <a:gd name="csX2" fmla="*/ 0 w 670725"/>
                  <a:gd name="csY2" fmla="*/ 88284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70725" h="882839">
                    <a:moveTo>
                      <a:pt x="0" y="0"/>
                    </a:moveTo>
                    <a:lnTo>
                      <a:pt x="670726" y="441420"/>
                    </a:lnTo>
                    <a:lnTo>
                      <a:pt x="0" y="88284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EC3622A9-8C72-ACC9-047F-331CE05FC8E7}"/>
                  </a:ext>
                </a:extLst>
              </p:cNvPr>
              <p:cNvSpPr txBox="1"/>
              <p:nvPr/>
            </p:nvSpPr>
            <p:spPr>
              <a:xfrm rot="16200000">
                <a:off x="6246900" y="5034889"/>
                <a:ext cx="399097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1CC8F2-A2AA-6781-6389-B204773D307E}"/>
                </a:ext>
              </a:extLst>
            </p:cNvPr>
            <p:cNvSpPr/>
            <p:nvPr/>
          </p:nvSpPr>
          <p:spPr>
            <a:xfrm>
              <a:off x="7553146" y="6399555"/>
              <a:ext cx="11178" cy="331064"/>
            </a:xfrm>
            <a:custGeom>
              <a:avLst/>
              <a:gdLst>
                <a:gd name="csX0" fmla="*/ 1 w 11178"/>
                <a:gd name="csY0" fmla="*/ 1 h 331064"/>
                <a:gd name="csX1" fmla="*/ 1 w 11178"/>
                <a:gd name="csY1" fmla="*/ 331065 h 331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178" h="331064">
                  <a:moveTo>
                    <a:pt x="1" y="1"/>
                  </a:moveTo>
                  <a:lnTo>
                    <a:pt x="1" y="331065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799F753-69B9-F2DF-1485-21B0D3ABE4B0}"/>
                </a:ext>
              </a:extLst>
            </p:cNvPr>
            <p:cNvSpPr/>
            <p:nvPr/>
          </p:nvSpPr>
          <p:spPr>
            <a:xfrm>
              <a:off x="8223872" y="5406361"/>
              <a:ext cx="1341451" cy="331064"/>
            </a:xfrm>
            <a:custGeom>
              <a:avLst/>
              <a:gdLst>
                <a:gd name="csX0" fmla="*/ 1 w 1341451"/>
                <a:gd name="csY0" fmla="*/ 331065 h 331064"/>
                <a:gd name="csX1" fmla="*/ 1 w 1341451"/>
                <a:gd name="csY1" fmla="*/ 1 h 331064"/>
                <a:gd name="csX2" fmla="*/ 1341452 w 1341451"/>
                <a:gd name="csY2" fmla="*/ 1 h 331064"/>
                <a:gd name="csX3" fmla="*/ 1341452 w 1341451"/>
                <a:gd name="csY3" fmla="*/ 220710 h 331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1451" h="331064">
                  <a:moveTo>
                    <a:pt x="1" y="331065"/>
                  </a:moveTo>
                  <a:lnTo>
                    <a:pt x="1" y="1"/>
                  </a:lnTo>
                  <a:lnTo>
                    <a:pt x="1341452" y="1"/>
                  </a:lnTo>
                  <a:lnTo>
                    <a:pt x="1341452" y="220710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5" name="Graphic 168">
              <a:extLst>
                <a:ext uri="{FF2B5EF4-FFF2-40B4-BE49-F238E27FC236}">
                  <a16:creationId xmlns:a16="http://schemas.microsoft.com/office/drawing/2014/main" id="{4A4B2F5B-11D2-B2C5-B766-50688026C07C}"/>
                </a:ext>
              </a:extLst>
            </p:cNvPr>
            <p:cNvGrpSpPr/>
            <p:nvPr/>
          </p:nvGrpSpPr>
          <p:grpSpPr>
            <a:xfrm>
              <a:off x="8223872" y="6399555"/>
              <a:ext cx="1391756" cy="331064"/>
              <a:chOff x="8223872" y="6399555"/>
              <a:chExt cx="1391756" cy="331064"/>
            </a:xfrm>
          </p:grpSpPr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ABE7CBB7-B00D-CC7F-E19D-3EBFA9DECB45}"/>
                  </a:ext>
                </a:extLst>
              </p:cNvPr>
              <p:cNvSpPr/>
              <p:nvPr/>
            </p:nvSpPr>
            <p:spPr>
              <a:xfrm>
                <a:off x="8223872" y="6399555"/>
                <a:ext cx="1341451" cy="331064"/>
              </a:xfrm>
              <a:custGeom>
                <a:avLst/>
                <a:gdLst>
                  <a:gd name="csX0" fmla="*/ 1 w 1341451"/>
                  <a:gd name="csY0" fmla="*/ 1 h 331064"/>
                  <a:gd name="csX1" fmla="*/ 1 w 1341451"/>
                  <a:gd name="csY1" fmla="*/ 331065 h 331064"/>
                  <a:gd name="csX2" fmla="*/ 1341452 w 1341451"/>
                  <a:gd name="csY2" fmla="*/ 331065 h 331064"/>
                  <a:gd name="csX3" fmla="*/ 1341452 w 1341451"/>
                  <a:gd name="csY3" fmla="*/ 221814 h 3310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41451" h="331064">
                    <a:moveTo>
                      <a:pt x="1" y="1"/>
                    </a:moveTo>
                    <a:lnTo>
                      <a:pt x="1" y="331065"/>
                    </a:lnTo>
                    <a:lnTo>
                      <a:pt x="1341452" y="331065"/>
                    </a:lnTo>
                    <a:lnTo>
                      <a:pt x="1341452" y="221814"/>
                    </a:lnTo>
                  </a:path>
                </a:pathLst>
              </a:custGeom>
              <a:noFill/>
              <a:ln w="335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31571810-32D3-F568-0BF6-49F20B113636}"/>
                  </a:ext>
                </a:extLst>
              </p:cNvPr>
              <p:cNvSpPr/>
              <p:nvPr/>
            </p:nvSpPr>
            <p:spPr>
              <a:xfrm>
                <a:off x="9515020" y="6546879"/>
                <a:ext cx="100608" cy="99319"/>
              </a:xfrm>
              <a:custGeom>
                <a:avLst/>
                <a:gdLst>
                  <a:gd name="csX0" fmla="*/ 50305 w 100608"/>
                  <a:gd name="csY0" fmla="*/ 1 h 99319"/>
                  <a:gd name="csX1" fmla="*/ 100609 w 100608"/>
                  <a:gd name="csY1" fmla="*/ 99320 h 99319"/>
                  <a:gd name="csX2" fmla="*/ 50305 w 100608"/>
                  <a:gd name="csY2" fmla="*/ 74490 h 99319"/>
                  <a:gd name="csX3" fmla="*/ 1 w 100608"/>
                  <a:gd name="csY3" fmla="*/ 99320 h 99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0608" h="99319">
                    <a:moveTo>
                      <a:pt x="50305" y="1"/>
                    </a:moveTo>
                    <a:lnTo>
                      <a:pt x="100609" y="99320"/>
                    </a:lnTo>
                    <a:lnTo>
                      <a:pt x="50305" y="74490"/>
                    </a:lnTo>
                    <a:lnTo>
                      <a:pt x="1" y="99320"/>
                    </a:lnTo>
                    <a:close/>
                  </a:path>
                </a:pathLst>
              </a:custGeom>
              <a:solidFill>
                <a:srgbClr val="000000"/>
              </a:solidFill>
              <a:ln w="335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8" name="Graphic 168">
              <a:extLst>
                <a:ext uri="{FF2B5EF4-FFF2-40B4-BE49-F238E27FC236}">
                  <a16:creationId xmlns:a16="http://schemas.microsoft.com/office/drawing/2014/main" id="{391CD683-BF53-1F26-6BFB-F303CADD0B0F}"/>
                </a:ext>
              </a:extLst>
            </p:cNvPr>
            <p:cNvGrpSpPr/>
            <p:nvPr/>
          </p:nvGrpSpPr>
          <p:grpSpPr>
            <a:xfrm>
              <a:off x="6882420" y="5737425"/>
              <a:ext cx="1341451" cy="662129"/>
              <a:chOff x="6882420" y="5737425"/>
              <a:chExt cx="1341451" cy="662129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98B5720B-6ACE-2B54-55C3-39F49A6D17D7}"/>
                  </a:ext>
                </a:extLst>
              </p:cNvPr>
              <p:cNvSpPr/>
              <p:nvPr/>
            </p:nvSpPr>
            <p:spPr>
              <a:xfrm>
                <a:off x="6882420" y="5737425"/>
                <a:ext cx="1341451" cy="662129"/>
              </a:xfrm>
              <a:prstGeom prst="rect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7A8F43C6-9205-2ED0-AD16-ADEA85AE465D}"/>
                  </a:ext>
                </a:extLst>
              </p:cNvPr>
              <p:cNvSpPr txBox="1"/>
              <p:nvPr/>
            </p:nvSpPr>
            <p:spPr>
              <a:xfrm>
                <a:off x="7153388" y="5939306"/>
                <a:ext cx="779393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294BFAD-B19D-F881-A9CA-7A77B4ACB107}"/>
                </a:ext>
              </a:extLst>
            </p:cNvPr>
            <p:cNvSpPr/>
            <p:nvPr/>
          </p:nvSpPr>
          <p:spPr>
            <a:xfrm>
              <a:off x="4199516" y="6068490"/>
              <a:ext cx="447150" cy="11035"/>
            </a:xfrm>
            <a:custGeom>
              <a:avLst/>
              <a:gdLst>
                <a:gd name="csX0" fmla="*/ 447151 w 447150"/>
                <a:gd name="csY0" fmla="*/ 1 h 11035"/>
                <a:gd name="csX1" fmla="*/ 1 w 447150"/>
                <a:gd name="csY1" fmla="*/ 1 h 11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7150" h="11035">
                  <a:moveTo>
                    <a:pt x="447151" y="1"/>
                  </a:moveTo>
                  <a:lnTo>
                    <a:pt x="1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AE3C22FB-21A0-B5A3-7261-A6CA517E2790}"/>
                </a:ext>
              </a:extLst>
            </p:cNvPr>
            <p:cNvSpPr/>
            <p:nvPr/>
          </p:nvSpPr>
          <p:spPr>
            <a:xfrm>
              <a:off x="4646667" y="6399555"/>
              <a:ext cx="11178" cy="441419"/>
            </a:xfrm>
            <a:custGeom>
              <a:avLst/>
              <a:gdLst>
                <a:gd name="csX0" fmla="*/ 1 w 11178"/>
                <a:gd name="csY0" fmla="*/ 1 h 441419"/>
                <a:gd name="csX1" fmla="*/ 1 w 11178"/>
                <a:gd name="csY1" fmla="*/ 441420 h 4414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178" h="441419">
                  <a:moveTo>
                    <a:pt x="1" y="1"/>
                  </a:moveTo>
                  <a:lnTo>
                    <a:pt x="1" y="441420"/>
                  </a:lnTo>
                </a:path>
              </a:pathLst>
            </a:custGeom>
            <a:noFill/>
            <a:ln w="335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0C89FFE-02FD-BCCA-56FF-3F824153D1F3}"/>
                </a:ext>
              </a:extLst>
            </p:cNvPr>
            <p:cNvSpPr/>
            <p:nvPr/>
          </p:nvSpPr>
          <p:spPr>
            <a:xfrm>
              <a:off x="4199516" y="6068490"/>
              <a:ext cx="447150" cy="11035"/>
            </a:xfrm>
            <a:custGeom>
              <a:avLst/>
              <a:gdLst>
                <a:gd name="csX0" fmla="*/ 447151 w 447150"/>
                <a:gd name="csY0" fmla="*/ 1 h 11035"/>
                <a:gd name="csX1" fmla="*/ 1 w 447150"/>
                <a:gd name="csY1" fmla="*/ 1 h 11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7150" h="11035">
                  <a:moveTo>
                    <a:pt x="447151" y="1"/>
                  </a:moveTo>
                  <a:lnTo>
                    <a:pt x="1" y="1"/>
                  </a:lnTo>
                </a:path>
              </a:pathLst>
            </a:custGeom>
            <a:noFill/>
            <a:ln w="335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4" name="Graphic 168">
              <a:extLst>
                <a:ext uri="{FF2B5EF4-FFF2-40B4-BE49-F238E27FC236}">
                  <a16:creationId xmlns:a16="http://schemas.microsoft.com/office/drawing/2014/main" id="{F1F9ABF5-A9D4-4B50-2393-934D1B34623D}"/>
                </a:ext>
              </a:extLst>
            </p:cNvPr>
            <p:cNvGrpSpPr/>
            <p:nvPr/>
          </p:nvGrpSpPr>
          <p:grpSpPr>
            <a:xfrm>
              <a:off x="4646667" y="5737425"/>
              <a:ext cx="1341451" cy="662129"/>
              <a:chOff x="4646667" y="5737425"/>
              <a:chExt cx="1341451" cy="662129"/>
            </a:xfrm>
          </p:grpSpPr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406A6EB1-33E5-FCB3-0A51-9A726AF1D5AB}"/>
                  </a:ext>
                </a:extLst>
              </p:cNvPr>
              <p:cNvSpPr/>
              <p:nvPr/>
            </p:nvSpPr>
            <p:spPr>
              <a:xfrm>
                <a:off x="4646667" y="5737425"/>
                <a:ext cx="1341451" cy="662129"/>
              </a:xfrm>
              <a:prstGeom prst="rect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B0B75F47-5014-1183-0617-31346E587303}"/>
                  </a:ext>
                </a:extLst>
              </p:cNvPr>
              <p:cNvSpPr txBox="1"/>
              <p:nvPr/>
            </p:nvSpPr>
            <p:spPr>
              <a:xfrm>
                <a:off x="4984675" y="5939306"/>
                <a:ext cx="645314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Student</a:t>
                </a:r>
              </a:p>
            </p:txBody>
          </p:sp>
        </p:grp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75A365B9-F321-5D65-6C3D-56B3F26BFF5F}"/>
                </a:ext>
              </a:extLst>
            </p:cNvPr>
            <p:cNvSpPr/>
            <p:nvPr/>
          </p:nvSpPr>
          <p:spPr>
            <a:xfrm>
              <a:off x="7105996" y="7392750"/>
              <a:ext cx="223575" cy="331064"/>
            </a:xfrm>
            <a:custGeom>
              <a:avLst/>
              <a:gdLst>
                <a:gd name="csX0" fmla="*/ 223576 w 223575"/>
                <a:gd name="csY0" fmla="*/ 1 h 331064"/>
                <a:gd name="csX1" fmla="*/ 1 w 223575"/>
                <a:gd name="csY1" fmla="*/ 1 h 331064"/>
                <a:gd name="csX2" fmla="*/ 1 w 223575"/>
                <a:gd name="csY2" fmla="*/ 331065 h 331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3575" h="331064">
                  <a:moveTo>
                    <a:pt x="223576" y="1"/>
                  </a:moveTo>
                  <a:lnTo>
                    <a:pt x="1" y="1"/>
                  </a:lnTo>
                  <a:lnTo>
                    <a:pt x="1" y="331065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8" name="Graphic 168">
              <a:extLst>
                <a:ext uri="{FF2B5EF4-FFF2-40B4-BE49-F238E27FC236}">
                  <a16:creationId xmlns:a16="http://schemas.microsoft.com/office/drawing/2014/main" id="{5CCDC5A2-E14D-91AC-DFC5-8C6FE234A701}"/>
                </a:ext>
              </a:extLst>
            </p:cNvPr>
            <p:cNvGrpSpPr/>
            <p:nvPr/>
          </p:nvGrpSpPr>
          <p:grpSpPr>
            <a:xfrm>
              <a:off x="7111726" y="6726322"/>
              <a:ext cx="882839" cy="670725"/>
              <a:chOff x="7111726" y="6726322"/>
              <a:chExt cx="882839" cy="670725"/>
            </a:xfrm>
          </p:grpSpPr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597C1C52-50E6-8675-1201-157BBEFB7E70}"/>
                  </a:ext>
                </a:extLst>
              </p:cNvPr>
              <p:cNvSpPr/>
              <p:nvPr/>
            </p:nvSpPr>
            <p:spPr>
              <a:xfrm rot="-5400000">
                <a:off x="7217783" y="6620265"/>
                <a:ext cx="670725" cy="882839"/>
              </a:xfrm>
              <a:custGeom>
                <a:avLst/>
                <a:gdLst>
                  <a:gd name="csX0" fmla="*/ 0 w 670725"/>
                  <a:gd name="csY0" fmla="*/ 0 h 882839"/>
                  <a:gd name="csX1" fmla="*/ 670726 w 670725"/>
                  <a:gd name="csY1" fmla="*/ 441420 h 882839"/>
                  <a:gd name="csX2" fmla="*/ 0 w 670725"/>
                  <a:gd name="csY2" fmla="*/ 88284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70725" h="882839">
                    <a:moveTo>
                      <a:pt x="0" y="0"/>
                    </a:moveTo>
                    <a:lnTo>
                      <a:pt x="670726" y="441420"/>
                    </a:lnTo>
                    <a:lnTo>
                      <a:pt x="0" y="88284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5FD36A9F-406A-C1B3-FE22-D7BB2F7B1A55}"/>
                  </a:ext>
                </a:extLst>
              </p:cNvPr>
              <p:cNvSpPr txBox="1"/>
              <p:nvPr/>
            </p:nvSpPr>
            <p:spPr>
              <a:xfrm rot="16200000">
                <a:off x="7327683" y="7039492"/>
                <a:ext cx="399097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7A30DF2E-CBB0-49A0-D095-22EC2BC60AF2}"/>
                </a:ext>
              </a:extLst>
            </p:cNvPr>
            <p:cNvSpPr/>
            <p:nvPr/>
          </p:nvSpPr>
          <p:spPr>
            <a:xfrm>
              <a:off x="2969852" y="6068490"/>
              <a:ext cx="335362" cy="11035"/>
            </a:xfrm>
            <a:custGeom>
              <a:avLst/>
              <a:gdLst>
                <a:gd name="csX0" fmla="*/ 335363 w 335362"/>
                <a:gd name="csY0" fmla="*/ 1 h 11035"/>
                <a:gd name="csX1" fmla="*/ 1 w 335362"/>
                <a:gd name="csY1" fmla="*/ 1 h 11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35362" h="11035">
                  <a:moveTo>
                    <a:pt x="335363" y="1"/>
                  </a:moveTo>
                  <a:lnTo>
                    <a:pt x="1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2" name="Graphic 168">
              <a:extLst>
                <a:ext uri="{FF2B5EF4-FFF2-40B4-BE49-F238E27FC236}">
                  <a16:creationId xmlns:a16="http://schemas.microsoft.com/office/drawing/2014/main" id="{F5412B06-0A69-D107-E451-058EDECCDC10}"/>
                </a:ext>
              </a:extLst>
            </p:cNvPr>
            <p:cNvGrpSpPr/>
            <p:nvPr/>
          </p:nvGrpSpPr>
          <p:grpSpPr>
            <a:xfrm>
              <a:off x="3305215" y="5627071"/>
              <a:ext cx="894301" cy="882839"/>
              <a:chOff x="3305215" y="5627071"/>
              <a:chExt cx="894301" cy="882839"/>
            </a:xfrm>
          </p:grpSpPr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A25A7D5A-4566-D185-49EC-DD5620A88C27}"/>
                  </a:ext>
                </a:extLst>
              </p:cNvPr>
              <p:cNvSpPr/>
              <p:nvPr/>
            </p:nvSpPr>
            <p:spPr>
              <a:xfrm>
                <a:off x="3305215" y="5627071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E9D58C0C-8F81-341F-1B67-473D42AE42CD}"/>
                  </a:ext>
                </a:extLst>
              </p:cNvPr>
              <p:cNvSpPr txBox="1"/>
              <p:nvPr/>
            </p:nvSpPr>
            <p:spPr>
              <a:xfrm>
                <a:off x="3404779" y="6093803"/>
                <a:ext cx="675051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Enrolled</a:t>
                </a:r>
              </a:p>
            </p:txBody>
          </p:sp>
        </p:grpSp>
        <p:grpSp>
          <p:nvGrpSpPr>
            <p:cNvPr id="205" name="Graphic 168">
              <a:extLst>
                <a:ext uri="{FF2B5EF4-FFF2-40B4-BE49-F238E27FC236}">
                  <a16:creationId xmlns:a16="http://schemas.microsoft.com/office/drawing/2014/main" id="{57DA539C-EE3C-5A1D-4AFA-6E92D3B4CAB9}"/>
                </a:ext>
              </a:extLst>
            </p:cNvPr>
            <p:cNvGrpSpPr/>
            <p:nvPr/>
          </p:nvGrpSpPr>
          <p:grpSpPr>
            <a:xfrm>
              <a:off x="1628400" y="5737425"/>
              <a:ext cx="1341451" cy="662129"/>
              <a:chOff x="1628400" y="5737425"/>
              <a:chExt cx="1341451" cy="662129"/>
            </a:xfrm>
          </p:grpSpPr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0D1B2962-7E42-2121-3E17-78B3842A64A5}"/>
                  </a:ext>
                </a:extLst>
              </p:cNvPr>
              <p:cNvSpPr/>
              <p:nvPr/>
            </p:nvSpPr>
            <p:spPr>
              <a:xfrm>
                <a:off x="1628400" y="5737425"/>
                <a:ext cx="1341451" cy="662129"/>
              </a:xfrm>
              <a:prstGeom prst="rect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8308420E-FCCA-6FB4-C646-BE0385BFF9BC}"/>
                  </a:ext>
                </a:extLst>
              </p:cNvPr>
              <p:cNvSpPr txBox="1"/>
              <p:nvPr/>
            </p:nvSpPr>
            <p:spPr>
              <a:xfrm>
                <a:off x="1627311" y="5939306"/>
                <a:ext cx="1323507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Program</a:t>
                </a:r>
              </a:p>
            </p:txBody>
          </p:sp>
        </p:grpSp>
        <p:grpSp>
          <p:nvGrpSpPr>
            <p:cNvPr id="208" name="Graphic 168">
              <a:extLst>
                <a:ext uri="{FF2B5EF4-FFF2-40B4-BE49-F238E27FC236}">
                  <a16:creationId xmlns:a16="http://schemas.microsoft.com/office/drawing/2014/main" id="{40E26895-E968-905E-AECE-797F64128DFE}"/>
                </a:ext>
              </a:extLst>
            </p:cNvPr>
            <p:cNvGrpSpPr/>
            <p:nvPr/>
          </p:nvGrpSpPr>
          <p:grpSpPr>
            <a:xfrm>
              <a:off x="5764543" y="7723814"/>
              <a:ext cx="1453240" cy="662129"/>
              <a:chOff x="5764543" y="7723814"/>
              <a:chExt cx="1453240" cy="662129"/>
            </a:xfrm>
          </p:grpSpPr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2D382288-F23A-3EAD-DF09-6259B3CD2C2D}"/>
                  </a:ext>
                </a:extLst>
              </p:cNvPr>
              <p:cNvSpPr/>
              <p:nvPr/>
            </p:nvSpPr>
            <p:spPr>
              <a:xfrm>
                <a:off x="5764543" y="7723814"/>
                <a:ext cx="1341451" cy="662129"/>
              </a:xfrm>
              <a:prstGeom prst="rect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1F7238A4-DDFB-BAC5-B7D5-8BCF3B69BFE4}"/>
                  </a:ext>
                </a:extLst>
              </p:cNvPr>
              <p:cNvSpPr txBox="1"/>
              <p:nvPr/>
            </p:nvSpPr>
            <p:spPr>
              <a:xfrm>
                <a:off x="5812139" y="7935186"/>
                <a:ext cx="1405644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Employee</a:t>
                </a:r>
              </a:p>
            </p:txBody>
          </p:sp>
        </p:grpSp>
        <p:grpSp>
          <p:nvGrpSpPr>
            <p:cNvPr id="211" name="Graphic 168">
              <a:extLst>
                <a:ext uri="{FF2B5EF4-FFF2-40B4-BE49-F238E27FC236}">
                  <a16:creationId xmlns:a16="http://schemas.microsoft.com/office/drawing/2014/main" id="{B7203AA1-D212-BDD5-31FC-CA1A03D41D23}"/>
                </a:ext>
              </a:extLst>
            </p:cNvPr>
            <p:cNvGrpSpPr/>
            <p:nvPr/>
          </p:nvGrpSpPr>
          <p:grpSpPr>
            <a:xfrm>
              <a:off x="8000297" y="7723814"/>
              <a:ext cx="1341451" cy="662129"/>
              <a:chOff x="8000297" y="7723814"/>
              <a:chExt cx="1341451" cy="662129"/>
            </a:xfrm>
          </p:grpSpPr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13ACD27C-F2C8-457A-7AE3-FC7AE84CA8AA}"/>
                  </a:ext>
                </a:extLst>
              </p:cNvPr>
              <p:cNvSpPr/>
              <p:nvPr/>
            </p:nvSpPr>
            <p:spPr>
              <a:xfrm>
                <a:off x="8000297" y="7723814"/>
                <a:ext cx="1341451" cy="662129"/>
              </a:xfrm>
              <a:prstGeom prst="rect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CDD70DF0-A7D9-040F-95F8-CC619142AB88}"/>
                  </a:ext>
                </a:extLst>
              </p:cNvPr>
              <p:cNvSpPr txBox="1"/>
              <p:nvPr/>
            </p:nvSpPr>
            <p:spPr>
              <a:xfrm>
                <a:off x="8129652" y="7848446"/>
                <a:ext cx="1062618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Non-Academic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7DB1C32-A3E8-F361-EFEB-57C39EEAD31B}"/>
                  </a:ext>
                </a:extLst>
              </p:cNvPr>
              <p:cNvSpPr txBox="1"/>
              <p:nvPr/>
            </p:nvSpPr>
            <p:spPr>
              <a:xfrm>
                <a:off x="8271265" y="8002943"/>
                <a:ext cx="779393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E2054AC7-D6FD-CE48-C026-179E6D183CE6}"/>
                </a:ext>
              </a:extLst>
            </p:cNvPr>
            <p:cNvSpPr/>
            <p:nvPr/>
          </p:nvSpPr>
          <p:spPr>
            <a:xfrm>
              <a:off x="7776721" y="7392750"/>
              <a:ext cx="250851" cy="387345"/>
            </a:xfrm>
            <a:custGeom>
              <a:avLst/>
              <a:gdLst>
                <a:gd name="csX0" fmla="*/ 1 w 250851"/>
                <a:gd name="csY0" fmla="*/ 1 h 387345"/>
                <a:gd name="csX1" fmla="*/ 250852 w 250851"/>
                <a:gd name="csY1" fmla="*/ 1 h 387345"/>
                <a:gd name="csX2" fmla="*/ 250404 w 250851"/>
                <a:gd name="csY2" fmla="*/ 387346 h 3873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0851" h="387345">
                  <a:moveTo>
                    <a:pt x="1" y="1"/>
                  </a:moveTo>
                  <a:lnTo>
                    <a:pt x="250852" y="1"/>
                  </a:lnTo>
                  <a:lnTo>
                    <a:pt x="250404" y="387346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6" name="Graphic 168">
              <a:extLst>
                <a:ext uri="{FF2B5EF4-FFF2-40B4-BE49-F238E27FC236}">
                  <a16:creationId xmlns:a16="http://schemas.microsoft.com/office/drawing/2014/main" id="{AFF1ED56-1F09-7D13-B13C-5DE9CB6A3DA8}"/>
                </a:ext>
              </a:extLst>
            </p:cNvPr>
            <p:cNvGrpSpPr/>
            <p:nvPr/>
          </p:nvGrpSpPr>
          <p:grpSpPr>
            <a:xfrm>
              <a:off x="9118173" y="5627071"/>
              <a:ext cx="894301" cy="882839"/>
              <a:chOff x="9118173" y="5627071"/>
              <a:chExt cx="894301" cy="882839"/>
            </a:xfrm>
          </p:grpSpPr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4CFDEC09-0E9A-25FE-C21F-F6A26B6541E2}"/>
                  </a:ext>
                </a:extLst>
              </p:cNvPr>
              <p:cNvSpPr/>
              <p:nvPr/>
            </p:nvSpPr>
            <p:spPr>
              <a:xfrm>
                <a:off x="9118173" y="5627071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28B59636-9864-6F79-6252-87C3775BEB43}"/>
                  </a:ext>
                </a:extLst>
              </p:cNvPr>
              <p:cNvSpPr txBox="1"/>
              <p:nvPr/>
            </p:nvSpPr>
            <p:spPr>
              <a:xfrm>
                <a:off x="9183366" y="5959833"/>
                <a:ext cx="829108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Reports To</a:t>
                </a:r>
              </a:p>
            </p:txBody>
          </p:sp>
        </p:grp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F7EB24E-B20E-85E5-4C4F-8F7E5AF2FAFB}"/>
                </a:ext>
              </a:extLst>
            </p:cNvPr>
            <p:cNvSpPr/>
            <p:nvPr/>
          </p:nvSpPr>
          <p:spPr>
            <a:xfrm>
              <a:off x="4646667" y="7723814"/>
              <a:ext cx="1117876" cy="331064"/>
            </a:xfrm>
            <a:custGeom>
              <a:avLst/>
              <a:gdLst>
                <a:gd name="csX0" fmla="*/ 1 w 1117876"/>
                <a:gd name="csY0" fmla="*/ 1 h 331064"/>
                <a:gd name="csX1" fmla="*/ 1 w 1117876"/>
                <a:gd name="csY1" fmla="*/ 331065 h 331064"/>
                <a:gd name="csX2" fmla="*/ 1117877 w 1117876"/>
                <a:gd name="csY2" fmla="*/ 331065 h 331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17876" h="331064">
                  <a:moveTo>
                    <a:pt x="1" y="1"/>
                  </a:moveTo>
                  <a:lnTo>
                    <a:pt x="1" y="331065"/>
                  </a:lnTo>
                  <a:lnTo>
                    <a:pt x="1117877" y="331065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0" name="Graphic 168">
              <a:extLst>
                <a:ext uri="{FF2B5EF4-FFF2-40B4-BE49-F238E27FC236}">
                  <a16:creationId xmlns:a16="http://schemas.microsoft.com/office/drawing/2014/main" id="{D393E6E3-E7DB-7B7E-416F-C624CFF00963}"/>
                </a:ext>
              </a:extLst>
            </p:cNvPr>
            <p:cNvGrpSpPr/>
            <p:nvPr/>
          </p:nvGrpSpPr>
          <p:grpSpPr>
            <a:xfrm>
              <a:off x="4199516" y="6840975"/>
              <a:ext cx="894302" cy="882839"/>
              <a:chOff x="4199516" y="6840975"/>
              <a:chExt cx="894302" cy="882839"/>
            </a:xfrm>
          </p:grpSpPr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4C8B66D2-B94B-26CD-A7C7-0D537FDDADDC}"/>
                  </a:ext>
                </a:extLst>
              </p:cNvPr>
              <p:cNvSpPr/>
              <p:nvPr/>
            </p:nvSpPr>
            <p:spPr>
              <a:xfrm>
                <a:off x="4199516" y="6840975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CB3D30CA-88E3-B014-6EAF-D3A4B49D9558}"/>
                  </a:ext>
                </a:extLst>
              </p:cNvPr>
              <p:cNvSpPr txBox="1"/>
              <p:nvPr/>
            </p:nvSpPr>
            <p:spPr>
              <a:xfrm>
                <a:off x="4239820" y="7177696"/>
                <a:ext cx="853998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Supervised</a:t>
                </a:r>
              </a:p>
            </p:txBody>
          </p:sp>
        </p:grpSp>
        <p:grpSp>
          <p:nvGrpSpPr>
            <p:cNvPr id="223" name="Graphic 168">
              <a:extLst>
                <a:ext uri="{FF2B5EF4-FFF2-40B4-BE49-F238E27FC236}">
                  <a16:creationId xmlns:a16="http://schemas.microsoft.com/office/drawing/2014/main" id="{73D26E24-DEC7-64BE-139A-88F23731A6B7}"/>
                </a:ext>
              </a:extLst>
            </p:cNvPr>
            <p:cNvGrpSpPr/>
            <p:nvPr/>
          </p:nvGrpSpPr>
          <p:grpSpPr>
            <a:xfrm>
              <a:off x="8441858" y="5069778"/>
              <a:ext cx="894301" cy="331064"/>
              <a:chOff x="8441858" y="5069778"/>
              <a:chExt cx="894301" cy="331064"/>
            </a:xfrm>
          </p:grpSpPr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6D2A6E44-6810-7666-BE74-C1018E40A477}"/>
                  </a:ext>
                </a:extLst>
              </p:cNvPr>
              <p:cNvSpPr/>
              <p:nvPr/>
            </p:nvSpPr>
            <p:spPr>
              <a:xfrm>
                <a:off x="8441858" y="5069778"/>
                <a:ext cx="894301" cy="331064"/>
              </a:xfrm>
              <a:prstGeom prst="rect">
                <a:avLst/>
              </a:prstGeom>
              <a:noFill/>
              <a:ln w="1117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AC84D6D-3461-CA3E-BE7D-25A2FFF9FA07}"/>
                  </a:ext>
                </a:extLst>
              </p:cNvPr>
              <p:cNvSpPr txBox="1"/>
              <p:nvPr/>
            </p:nvSpPr>
            <p:spPr>
              <a:xfrm>
                <a:off x="8472504" y="5111644"/>
                <a:ext cx="824065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Supervisor</a:t>
                </a:r>
              </a:p>
            </p:txBody>
          </p:sp>
        </p:grpSp>
        <p:grpSp>
          <p:nvGrpSpPr>
            <p:cNvPr id="226" name="Graphic 168">
              <a:extLst>
                <a:ext uri="{FF2B5EF4-FFF2-40B4-BE49-F238E27FC236}">
                  <a16:creationId xmlns:a16="http://schemas.microsoft.com/office/drawing/2014/main" id="{035887A3-CCBB-972C-2056-C84EE99CB43A}"/>
                </a:ext>
              </a:extLst>
            </p:cNvPr>
            <p:cNvGrpSpPr/>
            <p:nvPr/>
          </p:nvGrpSpPr>
          <p:grpSpPr>
            <a:xfrm>
              <a:off x="8441858" y="6725102"/>
              <a:ext cx="894301" cy="331064"/>
              <a:chOff x="8441858" y="6725102"/>
              <a:chExt cx="894301" cy="331064"/>
            </a:xfrm>
          </p:grpSpPr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AA6D81B2-1739-7DF8-5FDE-0464AAE28C81}"/>
                  </a:ext>
                </a:extLst>
              </p:cNvPr>
              <p:cNvSpPr/>
              <p:nvPr/>
            </p:nvSpPr>
            <p:spPr>
              <a:xfrm>
                <a:off x="8441858" y="6725102"/>
                <a:ext cx="894301" cy="331064"/>
              </a:xfrm>
              <a:prstGeom prst="rect">
                <a:avLst/>
              </a:prstGeom>
              <a:noFill/>
              <a:ln w="1117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9C8C99A0-9C2F-501C-70BB-6E95ECF45FAC}"/>
                  </a:ext>
                </a:extLst>
              </p:cNvPr>
              <p:cNvSpPr txBox="1"/>
              <p:nvPr/>
            </p:nvSpPr>
            <p:spPr>
              <a:xfrm>
                <a:off x="8457537" y="6766968"/>
                <a:ext cx="853998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Supervisee</a:t>
                </a:r>
              </a:p>
            </p:txBody>
          </p:sp>
        </p:grp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60462E76-6E17-868A-606C-82EBF2F2DD4F}"/>
                </a:ext>
              </a:extLst>
            </p:cNvPr>
            <p:cNvSpPr/>
            <p:nvPr/>
          </p:nvSpPr>
          <p:spPr>
            <a:xfrm>
              <a:off x="2858064" y="3309617"/>
              <a:ext cx="11178" cy="441419"/>
            </a:xfrm>
            <a:custGeom>
              <a:avLst/>
              <a:gdLst>
                <a:gd name="csX0" fmla="*/ 1 w 11178"/>
                <a:gd name="csY0" fmla="*/ 441420 h 441419"/>
                <a:gd name="csX1" fmla="*/ 1 w 11178"/>
                <a:gd name="csY1" fmla="*/ 1 h 4414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178" h="441419">
                  <a:moveTo>
                    <a:pt x="1" y="441420"/>
                  </a:moveTo>
                  <a:lnTo>
                    <a:pt x="1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0" name="Graphic 168">
              <a:extLst>
                <a:ext uri="{FF2B5EF4-FFF2-40B4-BE49-F238E27FC236}">
                  <a16:creationId xmlns:a16="http://schemas.microsoft.com/office/drawing/2014/main" id="{084E6CF5-5B8E-248F-1A9A-A6922E5C2F8A}"/>
                </a:ext>
              </a:extLst>
            </p:cNvPr>
            <p:cNvGrpSpPr/>
            <p:nvPr/>
          </p:nvGrpSpPr>
          <p:grpSpPr>
            <a:xfrm>
              <a:off x="1386380" y="4032442"/>
              <a:ext cx="800958" cy="99319"/>
              <a:chOff x="1386380" y="4032442"/>
              <a:chExt cx="800958" cy="99319"/>
            </a:xfrm>
          </p:grpSpPr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FF44162B-871F-047A-9F34-B101CC3F3B80}"/>
                  </a:ext>
                </a:extLst>
              </p:cNvPr>
              <p:cNvSpPr/>
              <p:nvPr/>
            </p:nvSpPr>
            <p:spPr>
              <a:xfrm>
                <a:off x="1461836" y="4082101"/>
                <a:ext cx="725501" cy="11035"/>
              </a:xfrm>
              <a:custGeom>
                <a:avLst/>
                <a:gdLst>
                  <a:gd name="csX0" fmla="*/ 725502 w 725501"/>
                  <a:gd name="csY0" fmla="*/ 1 h 11035"/>
                  <a:gd name="csX1" fmla="*/ 1 w 725501"/>
                  <a:gd name="csY1" fmla="*/ 1 h 110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25501" h="11035">
                    <a:moveTo>
                      <a:pt x="725502" y="1"/>
                    </a:moveTo>
                    <a:lnTo>
                      <a:pt x="1" y="1"/>
                    </a:lnTo>
                  </a:path>
                </a:pathLst>
              </a:custGeom>
              <a:noFill/>
              <a:ln w="335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AFF08308-174D-BC07-6668-889664544A01}"/>
                  </a:ext>
                </a:extLst>
              </p:cNvPr>
              <p:cNvSpPr/>
              <p:nvPr/>
            </p:nvSpPr>
            <p:spPr>
              <a:xfrm>
                <a:off x="1386380" y="4032442"/>
                <a:ext cx="100608" cy="99319"/>
              </a:xfrm>
              <a:custGeom>
                <a:avLst/>
                <a:gdLst>
                  <a:gd name="csX0" fmla="*/ 1 w 100608"/>
                  <a:gd name="csY0" fmla="*/ 49660 h 99319"/>
                  <a:gd name="csX1" fmla="*/ 100609 w 100608"/>
                  <a:gd name="csY1" fmla="*/ 1 h 99319"/>
                  <a:gd name="csX2" fmla="*/ 75457 w 100608"/>
                  <a:gd name="csY2" fmla="*/ 49660 h 99319"/>
                  <a:gd name="csX3" fmla="*/ 100609 w 100608"/>
                  <a:gd name="csY3" fmla="*/ 99320 h 99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0608" h="99319">
                    <a:moveTo>
                      <a:pt x="1" y="49660"/>
                    </a:moveTo>
                    <a:lnTo>
                      <a:pt x="100609" y="1"/>
                    </a:lnTo>
                    <a:lnTo>
                      <a:pt x="75457" y="49660"/>
                    </a:lnTo>
                    <a:lnTo>
                      <a:pt x="100609" y="99320"/>
                    </a:lnTo>
                    <a:close/>
                  </a:path>
                </a:pathLst>
              </a:custGeom>
              <a:solidFill>
                <a:srgbClr val="000000"/>
              </a:solidFill>
              <a:ln w="335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3" name="Graphic 168">
              <a:extLst>
                <a:ext uri="{FF2B5EF4-FFF2-40B4-BE49-F238E27FC236}">
                  <a16:creationId xmlns:a16="http://schemas.microsoft.com/office/drawing/2014/main" id="{C02BAFBC-8B41-980B-1CD0-35B6A53E95E1}"/>
                </a:ext>
              </a:extLst>
            </p:cNvPr>
            <p:cNvGrpSpPr/>
            <p:nvPr/>
          </p:nvGrpSpPr>
          <p:grpSpPr>
            <a:xfrm>
              <a:off x="2187338" y="3751036"/>
              <a:ext cx="1341451" cy="662129"/>
              <a:chOff x="2187338" y="3751036"/>
              <a:chExt cx="1341451" cy="662129"/>
            </a:xfrm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33F5A08D-6FDF-2E72-98F8-EE4BD79820C0}"/>
                  </a:ext>
                </a:extLst>
              </p:cNvPr>
              <p:cNvSpPr/>
              <p:nvPr/>
            </p:nvSpPr>
            <p:spPr>
              <a:xfrm>
                <a:off x="2187338" y="3751036"/>
                <a:ext cx="1341451" cy="662129"/>
              </a:xfrm>
              <a:prstGeom prst="rect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23E9930F-4926-4E70-169E-75C176316E1C}"/>
                  </a:ext>
                </a:extLst>
              </p:cNvPr>
              <p:cNvSpPr txBox="1"/>
              <p:nvPr/>
            </p:nvSpPr>
            <p:spPr>
              <a:xfrm>
                <a:off x="2435905" y="3952917"/>
                <a:ext cx="824196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Laboratory</a:t>
                </a:r>
              </a:p>
            </p:txBody>
          </p:sp>
        </p:grp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E0E18AC2-4975-246C-FFC5-EBA898DEF971}"/>
                </a:ext>
              </a:extLst>
            </p:cNvPr>
            <p:cNvSpPr/>
            <p:nvPr/>
          </p:nvSpPr>
          <p:spPr>
            <a:xfrm>
              <a:off x="2858064" y="550743"/>
              <a:ext cx="2906479" cy="1876033"/>
            </a:xfrm>
            <a:custGeom>
              <a:avLst/>
              <a:gdLst>
                <a:gd name="csX0" fmla="*/ 1 w 2906479"/>
                <a:gd name="csY0" fmla="*/ 1876035 h 1876033"/>
                <a:gd name="csX1" fmla="*/ 1 w 2906479"/>
                <a:gd name="csY1" fmla="*/ 1 h 1876033"/>
                <a:gd name="csX2" fmla="*/ 2906480 w 2906479"/>
                <a:gd name="csY2" fmla="*/ 1 h 18760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906479" h="1876033">
                  <a:moveTo>
                    <a:pt x="1" y="1876035"/>
                  </a:moveTo>
                  <a:lnTo>
                    <a:pt x="1" y="1"/>
                  </a:lnTo>
                  <a:lnTo>
                    <a:pt x="2906480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7" name="Graphic 168">
              <a:extLst>
                <a:ext uri="{FF2B5EF4-FFF2-40B4-BE49-F238E27FC236}">
                  <a16:creationId xmlns:a16="http://schemas.microsoft.com/office/drawing/2014/main" id="{4B7C8FEC-E8A5-1AB6-22C9-FAFDF47DFD0F}"/>
                </a:ext>
              </a:extLst>
            </p:cNvPr>
            <p:cNvGrpSpPr/>
            <p:nvPr/>
          </p:nvGrpSpPr>
          <p:grpSpPr>
            <a:xfrm>
              <a:off x="2410913" y="2426777"/>
              <a:ext cx="894301" cy="882839"/>
              <a:chOff x="2410913" y="2426777"/>
              <a:chExt cx="894301" cy="882839"/>
            </a:xfrm>
          </p:grpSpPr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8FEA45FA-31B8-27BE-7599-DBD2533A7492}"/>
                  </a:ext>
                </a:extLst>
              </p:cNvPr>
              <p:cNvSpPr/>
              <p:nvPr/>
            </p:nvSpPr>
            <p:spPr>
              <a:xfrm>
                <a:off x="2410913" y="2426777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DD937766-2073-40F0-620E-305D9B2FE6D6}"/>
                  </a:ext>
                </a:extLst>
              </p:cNvPr>
              <p:cNvSpPr txBox="1"/>
              <p:nvPr/>
            </p:nvSpPr>
            <p:spPr>
              <a:xfrm>
                <a:off x="2628713" y="2785009"/>
                <a:ext cx="458702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Host</a:t>
                </a:r>
              </a:p>
            </p:txBody>
          </p:sp>
        </p:grpSp>
        <p:grpSp>
          <p:nvGrpSpPr>
            <p:cNvPr id="240" name="Graphic 168">
              <a:extLst>
                <a:ext uri="{FF2B5EF4-FFF2-40B4-BE49-F238E27FC236}">
                  <a16:creationId xmlns:a16="http://schemas.microsoft.com/office/drawing/2014/main" id="{DE491362-68A7-FEBC-A9F2-4D7704C04AA6}"/>
                </a:ext>
              </a:extLst>
            </p:cNvPr>
            <p:cNvGrpSpPr/>
            <p:nvPr/>
          </p:nvGrpSpPr>
          <p:grpSpPr>
            <a:xfrm>
              <a:off x="7105996" y="501083"/>
              <a:ext cx="1080427" cy="99319"/>
              <a:chOff x="7105996" y="501083"/>
              <a:chExt cx="1080427" cy="99319"/>
            </a:xfrm>
          </p:grpSpPr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1C26F914-6EDA-B99C-8761-C8DC8969BA8C}"/>
                  </a:ext>
                </a:extLst>
              </p:cNvPr>
              <p:cNvSpPr/>
              <p:nvPr/>
            </p:nvSpPr>
            <p:spPr>
              <a:xfrm>
                <a:off x="7105996" y="550743"/>
                <a:ext cx="1004970" cy="11035"/>
              </a:xfrm>
              <a:custGeom>
                <a:avLst/>
                <a:gdLst>
                  <a:gd name="csX0" fmla="*/ 1 w 1004970"/>
                  <a:gd name="csY0" fmla="*/ 1 h 11035"/>
                  <a:gd name="csX1" fmla="*/ 1004971 w 1004970"/>
                  <a:gd name="csY1" fmla="*/ 1 h 110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04970" h="11035">
                    <a:moveTo>
                      <a:pt x="1" y="1"/>
                    </a:moveTo>
                    <a:lnTo>
                      <a:pt x="1004971" y="1"/>
                    </a:lnTo>
                  </a:path>
                </a:pathLst>
              </a:custGeom>
              <a:noFill/>
              <a:ln w="335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275986E3-ED23-615F-C6FC-420E042F7CFF}"/>
                  </a:ext>
                </a:extLst>
              </p:cNvPr>
              <p:cNvSpPr/>
              <p:nvPr/>
            </p:nvSpPr>
            <p:spPr>
              <a:xfrm>
                <a:off x="8085814" y="501083"/>
                <a:ext cx="100608" cy="99319"/>
              </a:xfrm>
              <a:custGeom>
                <a:avLst/>
                <a:gdLst>
                  <a:gd name="csX0" fmla="*/ 100609 w 100608"/>
                  <a:gd name="csY0" fmla="*/ 49660 h 99319"/>
                  <a:gd name="csX1" fmla="*/ 1 w 100608"/>
                  <a:gd name="csY1" fmla="*/ 99320 h 99319"/>
                  <a:gd name="csX2" fmla="*/ 25153 w 100608"/>
                  <a:gd name="csY2" fmla="*/ 49660 h 99319"/>
                  <a:gd name="csX3" fmla="*/ 1 w 100608"/>
                  <a:gd name="csY3" fmla="*/ 1 h 99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0608" h="99319">
                    <a:moveTo>
                      <a:pt x="100609" y="49660"/>
                    </a:moveTo>
                    <a:lnTo>
                      <a:pt x="1" y="99320"/>
                    </a:lnTo>
                    <a:lnTo>
                      <a:pt x="25153" y="496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335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3" name="Graphic 168">
              <a:extLst>
                <a:ext uri="{FF2B5EF4-FFF2-40B4-BE49-F238E27FC236}">
                  <a16:creationId xmlns:a16="http://schemas.microsoft.com/office/drawing/2014/main" id="{641E13BD-FE4A-2BAE-7872-2FF44351DCD3}"/>
                </a:ext>
              </a:extLst>
            </p:cNvPr>
            <p:cNvGrpSpPr/>
            <p:nvPr/>
          </p:nvGrpSpPr>
          <p:grpSpPr>
            <a:xfrm>
              <a:off x="6396144" y="881808"/>
              <a:ext cx="78251" cy="1532609"/>
              <a:chOff x="6396144" y="881808"/>
              <a:chExt cx="78251" cy="1532609"/>
            </a:xfrm>
          </p:grpSpPr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4632E9A2-5EC3-B3E2-CD87-A09AEF1E5896}"/>
                  </a:ext>
                </a:extLst>
              </p:cNvPr>
              <p:cNvSpPr/>
              <p:nvPr/>
            </p:nvSpPr>
            <p:spPr>
              <a:xfrm>
                <a:off x="6435270" y="881808"/>
                <a:ext cx="11178" cy="1474673"/>
              </a:xfrm>
              <a:custGeom>
                <a:avLst/>
                <a:gdLst>
                  <a:gd name="csX0" fmla="*/ 1 w 11178"/>
                  <a:gd name="csY0" fmla="*/ 1 h 1474673"/>
                  <a:gd name="csX1" fmla="*/ 1 w 11178"/>
                  <a:gd name="csY1" fmla="*/ 1474674 h 14746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178" h="1474673">
                    <a:moveTo>
                      <a:pt x="1" y="1"/>
                    </a:moveTo>
                    <a:lnTo>
                      <a:pt x="1" y="1474674"/>
                    </a:lnTo>
                  </a:path>
                </a:pathLst>
              </a:custGeom>
              <a:noFill/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EFF44BA2-146A-DE5B-337E-96C8DCF65B92}"/>
                  </a:ext>
                </a:extLst>
              </p:cNvPr>
              <p:cNvSpPr/>
              <p:nvPr/>
            </p:nvSpPr>
            <p:spPr>
              <a:xfrm>
                <a:off x="6396144" y="2337169"/>
                <a:ext cx="78251" cy="77248"/>
              </a:xfrm>
              <a:custGeom>
                <a:avLst/>
                <a:gdLst>
                  <a:gd name="csX0" fmla="*/ 39126 w 78251"/>
                  <a:gd name="csY0" fmla="*/ 77249 h 77248"/>
                  <a:gd name="csX1" fmla="*/ 1 w 78251"/>
                  <a:gd name="csY1" fmla="*/ 1 h 77248"/>
                  <a:gd name="csX2" fmla="*/ 39126 w 78251"/>
                  <a:gd name="csY2" fmla="*/ 19313 h 77248"/>
                  <a:gd name="csX3" fmla="*/ 78252 w 78251"/>
                  <a:gd name="csY3" fmla="*/ 1 h 772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8251" h="77248">
                    <a:moveTo>
                      <a:pt x="39126" y="77249"/>
                    </a:moveTo>
                    <a:lnTo>
                      <a:pt x="1" y="1"/>
                    </a:lnTo>
                    <a:lnTo>
                      <a:pt x="39126" y="19313"/>
                    </a:lnTo>
                    <a:lnTo>
                      <a:pt x="78252" y="1"/>
                    </a:lnTo>
                    <a:close/>
                  </a:path>
                </a:pathLst>
              </a:custGeom>
              <a:solidFill>
                <a:srgbClr val="000000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6" name="Graphic 168">
              <a:extLst>
                <a:ext uri="{FF2B5EF4-FFF2-40B4-BE49-F238E27FC236}">
                  <a16:creationId xmlns:a16="http://schemas.microsoft.com/office/drawing/2014/main" id="{952874C5-7F6F-B296-9C77-17CE0601A8E6}"/>
                </a:ext>
              </a:extLst>
            </p:cNvPr>
            <p:cNvGrpSpPr/>
            <p:nvPr/>
          </p:nvGrpSpPr>
          <p:grpSpPr>
            <a:xfrm>
              <a:off x="5764543" y="219678"/>
              <a:ext cx="1341451" cy="662129"/>
              <a:chOff x="5764543" y="219678"/>
              <a:chExt cx="1341451" cy="662129"/>
            </a:xfrm>
          </p:grpSpPr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C48E7FFA-2C80-4E97-5031-264CE28B4F9D}"/>
                  </a:ext>
                </a:extLst>
              </p:cNvPr>
              <p:cNvSpPr/>
              <p:nvPr/>
            </p:nvSpPr>
            <p:spPr>
              <a:xfrm>
                <a:off x="5764543" y="219678"/>
                <a:ext cx="1341451" cy="662129"/>
              </a:xfrm>
              <a:prstGeom prst="rect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04658F03-A38C-F0DB-BEEB-BCCA313DFB6F}"/>
                  </a:ext>
                </a:extLst>
              </p:cNvPr>
              <p:cNvSpPr txBox="1"/>
              <p:nvPr/>
            </p:nvSpPr>
            <p:spPr>
              <a:xfrm>
                <a:off x="5852798" y="421559"/>
                <a:ext cx="1144821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units</a:t>
                </a:r>
              </a:p>
            </p:txBody>
          </p:sp>
        </p:grp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23739FAE-23F6-EA93-4C7A-2A1A4A945F45}"/>
                </a:ext>
              </a:extLst>
            </p:cNvPr>
            <p:cNvSpPr/>
            <p:nvPr/>
          </p:nvSpPr>
          <p:spPr>
            <a:xfrm>
              <a:off x="5093817" y="4082101"/>
              <a:ext cx="670725" cy="11035"/>
            </a:xfrm>
            <a:custGeom>
              <a:avLst/>
              <a:gdLst>
                <a:gd name="csX0" fmla="*/ 1 w 670725"/>
                <a:gd name="csY0" fmla="*/ 1 h 11035"/>
                <a:gd name="csX1" fmla="*/ 670726 w 670725"/>
                <a:gd name="csY1" fmla="*/ 1 h 11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70725" h="11035">
                  <a:moveTo>
                    <a:pt x="1" y="1"/>
                  </a:moveTo>
                  <a:lnTo>
                    <a:pt x="670726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EBCABF99-4849-7BA6-9413-C91C5941DD2F}"/>
                </a:ext>
              </a:extLst>
            </p:cNvPr>
            <p:cNvSpPr/>
            <p:nvPr/>
          </p:nvSpPr>
          <p:spPr>
            <a:xfrm>
              <a:off x="3528790" y="4082101"/>
              <a:ext cx="670725" cy="11035"/>
            </a:xfrm>
            <a:custGeom>
              <a:avLst/>
              <a:gdLst>
                <a:gd name="csX0" fmla="*/ 670726 w 670725"/>
                <a:gd name="csY0" fmla="*/ 1 h 11035"/>
                <a:gd name="csX1" fmla="*/ 1 w 670725"/>
                <a:gd name="csY1" fmla="*/ 1 h 11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70725" h="11035">
                  <a:moveTo>
                    <a:pt x="670726" y="1"/>
                  </a:moveTo>
                  <a:lnTo>
                    <a:pt x="1" y="1"/>
                  </a:lnTo>
                </a:path>
              </a:pathLst>
            </a:custGeom>
            <a:noFill/>
            <a:ln w="335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1" name="Graphic 168">
              <a:extLst>
                <a:ext uri="{FF2B5EF4-FFF2-40B4-BE49-F238E27FC236}">
                  <a16:creationId xmlns:a16="http://schemas.microsoft.com/office/drawing/2014/main" id="{4E4E47C4-9CFD-47A2-566A-55EF4C4CE104}"/>
                </a:ext>
              </a:extLst>
            </p:cNvPr>
            <p:cNvGrpSpPr/>
            <p:nvPr/>
          </p:nvGrpSpPr>
          <p:grpSpPr>
            <a:xfrm>
              <a:off x="4199516" y="3640682"/>
              <a:ext cx="894301" cy="882839"/>
              <a:chOff x="4199516" y="3640682"/>
              <a:chExt cx="894301" cy="882839"/>
            </a:xfrm>
          </p:grpSpPr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5E70B1A6-9762-4ADC-9673-EB3AF3389A59}"/>
                  </a:ext>
                </a:extLst>
              </p:cNvPr>
              <p:cNvSpPr/>
              <p:nvPr/>
            </p:nvSpPr>
            <p:spPr>
              <a:xfrm>
                <a:off x="4199516" y="3640682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AEDDF086-D15B-6E92-5A8F-C53AFE300CA6}"/>
                  </a:ext>
                </a:extLst>
              </p:cNvPr>
              <p:cNvSpPr txBox="1"/>
              <p:nvPr/>
            </p:nvSpPr>
            <p:spPr>
              <a:xfrm>
                <a:off x="4360840" y="4008250"/>
                <a:ext cx="563176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Attach</a:t>
                </a:r>
              </a:p>
            </p:txBody>
          </p:sp>
        </p:grp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0487DC83-2DC6-CD4D-2BC5-CAA9E9C5CE5D}"/>
                </a:ext>
              </a:extLst>
            </p:cNvPr>
            <p:cNvSpPr/>
            <p:nvPr/>
          </p:nvSpPr>
          <p:spPr>
            <a:xfrm>
              <a:off x="175160" y="4082101"/>
              <a:ext cx="5589382" cy="4138310"/>
            </a:xfrm>
            <a:custGeom>
              <a:avLst/>
              <a:gdLst>
                <a:gd name="csX0" fmla="*/ 279470 w 5589382"/>
                <a:gd name="csY0" fmla="*/ 1 h 4138310"/>
                <a:gd name="csX1" fmla="*/ 1 w 5589382"/>
                <a:gd name="csY1" fmla="*/ 1 h 4138310"/>
                <a:gd name="csX2" fmla="*/ 1 w 5589382"/>
                <a:gd name="csY2" fmla="*/ 4138311 h 4138310"/>
                <a:gd name="csX3" fmla="*/ 5589384 w 5589382"/>
                <a:gd name="csY3" fmla="*/ 4138311 h 4138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89382" h="4138310">
                  <a:moveTo>
                    <a:pt x="279470" y="1"/>
                  </a:moveTo>
                  <a:lnTo>
                    <a:pt x="1" y="1"/>
                  </a:lnTo>
                  <a:lnTo>
                    <a:pt x="1" y="4138311"/>
                  </a:lnTo>
                  <a:lnTo>
                    <a:pt x="5589384" y="413831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5" name="Graphic 168">
              <a:extLst>
                <a:ext uri="{FF2B5EF4-FFF2-40B4-BE49-F238E27FC236}">
                  <a16:creationId xmlns:a16="http://schemas.microsoft.com/office/drawing/2014/main" id="{ECB1DD6F-84EA-F0F7-D928-EB3F0B3FE30C}"/>
                </a:ext>
              </a:extLst>
            </p:cNvPr>
            <p:cNvGrpSpPr/>
            <p:nvPr/>
          </p:nvGrpSpPr>
          <p:grpSpPr>
            <a:xfrm>
              <a:off x="454630" y="3640682"/>
              <a:ext cx="894301" cy="882839"/>
              <a:chOff x="454630" y="3640682"/>
              <a:chExt cx="894301" cy="882839"/>
            </a:xfrm>
          </p:grpSpPr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FB3430DD-2403-B697-08B4-6AF80CD882CF}"/>
                  </a:ext>
                </a:extLst>
              </p:cNvPr>
              <p:cNvSpPr/>
              <p:nvPr/>
            </p:nvSpPr>
            <p:spPr>
              <a:xfrm>
                <a:off x="454630" y="3640682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03A1742A-A6D7-2A4E-6F16-A9312DE7BC1D}"/>
                  </a:ext>
                </a:extLst>
              </p:cNvPr>
              <p:cNvSpPr txBox="1"/>
              <p:nvPr/>
            </p:nvSpPr>
            <p:spPr>
              <a:xfrm>
                <a:off x="662765" y="3836293"/>
                <a:ext cx="406695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</a:t>
                </a:r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579AC06-3CE3-A0A3-6CE9-1CDAB9AC4825}"/>
                  </a:ext>
                </a:extLst>
              </p:cNvPr>
              <p:cNvSpPr txBox="1"/>
              <p:nvPr/>
            </p:nvSpPr>
            <p:spPr>
              <a:xfrm>
                <a:off x="463788" y="4021051"/>
                <a:ext cx="883801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Supervision</a:t>
                </a:r>
              </a:p>
            </p:txBody>
          </p:sp>
        </p:grpSp>
        <p:grpSp>
          <p:nvGrpSpPr>
            <p:cNvPr id="259" name="Graphic 168">
              <a:extLst>
                <a:ext uri="{FF2B5EF4-FFF2-40B4-BE49-F238E27FC236}">
                  <a16:creationId xmlns:a16="http://schemas.microsoft.com/office/drawing/2014/main" id="{F5E4304C-6365-F59A-DC7A-F23D7ED2298E}"/>
                </a:ext>
              </a:extLst>
            </p:cNvPr>
            <p:cNvGrpSpPr/>
            <p:nvPr/>
          </p:nvGrpSpPr>
          <p:grpSpPr>
            <a:xfrm>
              <a:off x="11130351" y="4523521"/>
              <a:ext cx="1341451" cy="662129"/>
              <a:chOff x="11130351" y="4523521"/>
              <a:chExt cx="1341451" cy="662129"/>
            </a:xfrm>
          </p:grpSpPr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44F54E89-3E0E-16A9-F6F2-E2AEAA0DFE0C}"/>
                  </a:ext>
                </a:extLst>
              </p:cNvPr>
              <p:cNvSpPr/>
              <p:nvPr/>
            </p:nvSpPr>
            <p:spPr>
              <a:xfrm>
                <a:off x="11130351" y="4523521"/>
                <a:ext cx="1341451" cy="662129"/>
              </a:xfrm>
              <a:prstGeom prst="rect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A2F19420-6928-BBC4-263B-D85E907BF55E}"/>
                  </a:ext>
                </a:extLst>
              </p:cNvPr>
              <p:cNvSpPr txBox="1"/>
              <p:nvPr/>
            </p:nvSpPr>
            <p:spPr>
              <a:xfrm>
                <a:off x="11185134" y="4725401"/>
                <a:ext cx="1211763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Research Project</a:t>
                </a:r>
              </a:p>
            </p:txBody>
          </p:sp>
        </p:grp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20645381-C97B-7CCA-EF0C-89C1A2CF3246}"/>
                </a:ext>
              </a:extLst>
            </p:cNvPr>
            <p:cNvSpPr/>
            <p:nvPr/>
          </p:nvSpPr>
          <p:spPr>
            <a:xfrm>
              <a:off x="8671023" y="4082101"/>
              <a:ext cx="782513" cy="220709"/>
            </a:xfrm>
            <a:custGeom>
              <a:avLst/>
              <a:gdLst>
                <a:gd name="csX0" fmla="*/ 1 w 782513"/>
                <a:gd name="csY0" fmla="*/ 1 h 220709"/>
                <a:gd name="csX1" fmla="*/ 558939 w 782513"/>
                <a:gd name="csY1" fmla="*/ 1 h 220709"/>
                <a:gd name="csX2" fmla="*/ 782514 w 782513"/>
                <a:gd name="csY2" fmla="*/ 1 h 220709"/>
                <a:gd name="csX3" fmla="*/ 782514 w 782513"/>
                <a:gd name="csY3" fmla="*/ 220710 h 2207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82513" h="220709">
                  <a:moveTo>
                    <a:pt x="1" y="1"/>
                  </a:moveTo>
                  <a:lnTo>
                    <a:pt x="558939" y="1"/>
                  </a:lnTo>
                  <a:lnTo>
                    <a:pt x="782514" y="1"/>
                  </a:lnTo>
                  <a:lnTo>
                    <a:pt x="782514" y="220710"/>
                  </a:lnTo>
                </a:path>
              </a:pathLst>
            </a:custGeom>
            <a:noFill/>
            <a:ln w="335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E863FA3E-7EC8-49B0-D90B-B144C4FA62DC}"/>
                </a:ext>
              </a:extLst>
            </p:cNvPr>
            <p:cNvSpPr/>
            <p:nvPr/>
          </p:nvSpPr>
          <p:spPr>
            <a:xfrm>
              <a:off x="7061727" y="4082101"/>
              <a:ext cx="714994" cy="99319"/>
            </a:xfrm>
            <a:custGeom>
              <a:avLst/>
              <a:gdLst>
                <a:gd name="csX0" fmla="*/ 714995 w 714994"/>
                <a:gd name="csY0" fmla="*/ 1 h 99319"/>
                <a:gd name="csX1" fmla="*/ 44269 w 714994"/>
                <a:gd name="csY1" fmla="*/ 1 h 99319"/>
                <a:gd name="csX2" fmla="*/ 44269 w 714994"/>
                <a:gd name="csY2" fmla="*/ 99320 h 99319"/>
                <a:gd name="csX3" fmla="*/ 1 w 714994"/>
                <a:gd name="csY3" fmla="*/ 99320 h 99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14994" h="99319">
                  <a:moveTo>
                    <a:pt x="714995" y="1"/>
                  </a:moveTo>
                  <a:lnTo>
                    <a:pt x="44269" y="1"/>
                  </a:lnTo>
                  <a:lnTo>
                    <a:pt x="44269" y="99320"/>
                  </a:lnTo>
                  <a:lnTo>
                    <a:pt x="1" y="99320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4" name="Graphic 168">
              <a:extLst>
                <a:ext uri="{FF2B5EF4-FFF2-40B4-BE49-F238E27FC236}">
                  <a16:creationId xmlns:a16="http://schemas.microsoft.com/office/drawing/2014/main" id="{CB84519B-9118-0066-BBD8-A33189A928F6}"/>
                </a:ext>
              </a:extLst>
            </p:cNvPr>
            <p:cNvGrpSpPr/>
            <p:nvPr/>
          </p:nvGrpSpPr>
          <p:grpSpPr>
            <a:xfrm>
              <a:off x="7776721" y="3640682"/>
              <a:ext cx="943472" cy="882839"/>
              <a:chOff x="7776721" y="3640682"/>
              <a:chExt cx="943472" cy="882839"/>
            </a:xfrm>
          </p:grpSpPr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A117F69-5139-FEA7-2AEC-00B2B3102A94}"/>
                  </a:ext>
                </a:extLst>
              </p:cNvPr>
              <p:cNvSpPr/>
              <p:nvPr/>
            </p:nvSpPr>
            <p:spPr>
              <a:xfrm>
                <a:off x="7776721" y="3640682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9CE7E4FC-2E4E-906B-24A7-75C95C4C1F4B}"/>
                  </a:ext>
                </a:extLst>
              </p:cNvPr>
              <p:cNvSpPr txBox="1"/>
              <p:nvPr/>
            </p:nvSpPr>
            <p:spPr>
              <a:xfrm>
                <a:off x="7776721" y="3971745"/>
                <a:ext cx="943472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is_contribute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0E41F032-2B0B-AB10-F388-CFF0697DB9D9}"/>
                </a:ext>
              </a:extLst>
            </p:cNvPr>
            <p:cNvSpPr/>
            <p:nvPr/>
          </p:nvSpPr>
          <p:spPr>
            <a:xfrm>
              <a:off x="10794988" y="3861391"/>
              <a:ext cx="447150" cy="110354"/>
            </a:xfrm>
            <a:custGeom>
              <a:avLst/>
              <a:gdLst>
                <a:gd name="csX0" fmla="*/ 1 w 447150"/>
                <a:gd name="csY0" fmla="*/ 110355 h 110354"/>
                <a:gd name="csX1" fmla="*/ 1 w 447150"/>
                <a:gd name="csY1" fmla="*/ 1 h 110354"/>
                <a:gd name="csX2" fmla="*/ 447151 w 447150"/>
                <a:gd name="csY2" fmla="*/ 1 h 110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47150" h="110354">
                  <a:moveTo>
                    <a:pt x="1" y="110355"/>
                  </a:moveTo>
                  <a:lnTo>
                    <a:pt x="1" y="1"/>
                  </a:lnTo>
                  <a:lnTo>
                    <a:pt x="447151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8" name="Graphic 168">
              <a:extLst>
                <a:ext uri="{FF2B5EF4-FFF2-40B4-BE49-F238E27FC236}">
                  <a16:creationId xmlns:a16="http://schemas.microsoft.com/office/drawing/2014/main" id="{CD884F28-58FC-4E44-0679-B63E54D0AB55}"/>
                </a:ext>
              </a:extLst>
            </p:cNvPr>
            <p:cNvGrpSpPr/>
            <p:nvPr/>
          </p:nvGrpSpPr>
          <p:grpSpPr>
            <a:xfrm>
              <a:off x="9453536" y="3640681"/>
              <a:ext cx="1341451" cy="662129"/>
              <a:chOff x="9453536" y="3640681"/>
              <a:chExt cx="1341451" cy="662129"/>
            </a:xfrm>
          </p:grpSpPr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6C16572A-B25D-6A36-A619-4EBF7B5A0376}"/>
                  </a:ext>
                </a:extLst>
              </p:cNvPr>
              <p:cNvSpPr/>
              <p:nvPr/>
            </p:nvSpPr>
            <p:spPr>
              <a:xfrm>
                <a:off x="9453536" y="3640681"/>
                <a:ext cx="1341451" cy="662129"/>
              </a:xfrm>
              <a:prstGeom prst="rect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CA0A8EC7-F486-3831-844B-AD07AFAA9C15}"/>
                  </a:ext>
                </a:extLst>
              </p:cNvPr>
              <p:cNvSpPr txBox="1"/>
              <p:nvPr/>
            </p:nvSpPr>
            <p:spPr>
              <a:xfrm>
                <a:off x="9661100" y="3842562"/>
                <a:ext cx="906202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Contribution</a:t>
                </a:r>
              </a:p>
            </p:txBody>
          </p:sp>
        </p:grp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6DA2837-97B4-FC81-DE33-86766306B1E2}"/>
                </a:ext>
              </a:extLst>
            </p:cNvPr>
            <p:cNvSpPr/>
            <p:nvPr/>
          </p:nvSpPr>
          <p:spPr>
            <a:xfrm>
              <a:off x="10124262" y="4302811"/>
              <a:ext cx="11178" cy="331064"/>
            </a:xfrm>
            <a:custGeom>
              <a:avLst/>
              <a:gdLst>
                <a:gd name="csX0" fmla="*/ 1 w 11178"/>
                <a:gd name="csY0" fmla="*/ 331065 h 331064"/>
                <a:gd name="csX1" fmla="*/ 1 w 11178"/>
                <a:gd name="csY1" fmla="*/ 1 h 331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178" h="331064">
                  <a:moveTo>
                    <a:pt x="1" y="331065"/>
                  </a:moveTo>
                  <a:lnTo>
                    <a:pt x="1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2" name="Graphic 168">
              <a:extLst>
                <a:ext uri="{FF2B5EF4-FFF2-40B4-BE49-F238E27FC236}">
                  <a16:creationId xmlns:a16="http://schemas.microsoft.com/office/drawing/2014/main" id="{80B69064-3B0D-0DF1-8FF1-7E98B90ACEC8}"/>
                </a:ext>
              </a:extLst>
            </p:cNvPr>
            <p:cNvGrpSpPr/>
            <p:nvPr/>
          </p:nvGrpSpPr>
          <p:grpSpPr>
            <a:xfrm>
              <a:off x="9788899" y="4633876"/>
              <a:ext cx="670725" cy="551774"/>
              <a:chOff x="9788899" y="4633876"/>
              <a:chExt cx="670725" cy="551774"/>
            </a:xfrm>
          </p:grpSpPr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1AD6E75C-5C49-4DE1-77C6-7E82A31E8AED}"/>
                  </a:ext>
                </a:extLst>
              </p:cNvPr>
              <p:cNvSpPr/>
              <p:nvPr/>
            </p:nvSpPr>
            <p:spPr>
              <a:xfrm>
                <a:off x="9788899" y="4633876"/>
                <a:ext cx="670725" cy="551774"/>
              </a:xfrm>
              <a:prstGeom prst="ellipse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6F97BBC8-7BEC-569B-1F7E-6FCC565F83CF}"/>
                  </a:ext>
                </a:extLst>
              </p:cNvPr>
              <p:cNvSpPr txBox="1"/>
              <p:nvPr/>
            </p:nvSpPr>
            <p:spPr>
              <a:xfrm>
                <a:off x="9906056" y="4845250"/>
                <a:ext cx="458768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Role</a:t>
                </a:r>
              </a:p>
            </p:txBody>
          </p:sp>
        </p:grp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2EC30AAC-9390-2C6A-C392-5D428807482F}"/>
                </a:ext>
              </a:extLst>
            </p:cNvPr>
            <p:cNvSpPr/>
            <p:nvPr/>
          </p:nvSpPr>
          <p:spPr>
            <a:xfrm>
              <a:off x="11634737" y="4260435"/>
              <a:ext cx="76909" cy="274342"/>
            </a:xfrm>
            <a:custGeom>
              <a:avLst/>
              <a:gdLst>
                <a:gd name="csX0" fmla="*/ 1 w 76909"/>
                <a:gd name="csY0" fmla="*/ 1 h 274342"/>
                <a:gd name="csX1" fmla="*/ 76910 w 76909"/>
                <a:gd name="csY1" fmla="*/ 663 h 274342"/>
                <a:gd name="csX2" fmla="*/ 76463 w 76909"/>
                <a:gd name="csY2" fmla="*/ 274343 h 2743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6909" h="274342">
                  <a:moveTo>
                    <a:pt x="1" y="1"/>
                  </a:moveTo>
                  <a:lnTo>
                    <a:pt x="76910" y="663"/>
                  </a:lnTo>
                  <a:lnTo>
                    <a:pt x="76463" y="274343"/>
                  </a:lnTo>
                </a:path>
              </a:pathLst>
            </a:custGeom>
            <a:noFill/>
            <a:ln w="335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6" name="Graphic 168">
              <a:extLst>
                <a:ext uri="{FF2B5EF4-FFF2-40B4-BE49-F238E27FC236}">
                  <a16:creationId xmlns:a16="http://schemas.microsoft.com/office/drawing/2014/main" id="{4F0093C1-1465-42DD-57F5-0F8A4C249B30}"/>
                </a:ext>
              </a:extLst>
            </p:cNvPr>
            <p:cNvGrpSpPr/>
            <p:nvPr/>
          </p:nvGrpSpPr>
          <p:grpSpPr>
            <a:xfrm>
              <a:off x="11232334" y="3419972"/>
              <a:ext cx="1137485" cy="882839"/>
              <a:chOff x="11232334" y="3419972"/>
              <a:chExt cx="1137485" cy="882839"/>
            </a:xfrm>
          </p:grpSpPr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8EDE10FE-C6A9-94BF-0681-D5DCBEFDA405}"/>
                  </a:ext>
                </a:extLst>
              </p:cNvPr>
              <p:cNvSpPr/>
              <p:nvPr/>
            </p:nvSpPr>
            <p:spPr>
              <a:xfrm>
                <a:off x="11242139" y="3419972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12EBC298-5ED1-270F-0DE7-F2B3A948B93D}"/>
                  </a:ext>
                </a:extLst>
              </p:cNvPr>
              <p:cNvSpPr txBox="1"/>
              <p:nvPr/>
            </p:nvSpPr>
            <p:spPr>
              <a:xfrm>
                <a:off x="11232334" y="3781370"/>
                <a:ext cx="1137485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Contrubuted_by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660BA258-8755-9537-C298-9B2D234D8A3A}"/>
                </a:ext>
              </a:extLst>
            </p:cNvPr>
            <p:cNvSpPr/>
            <p:nvPr/>
          </p:nvSpPr>
          <p:spPr>
            <a:xfrm>
              <a:off x="6435270" y="8385944"/>
              <a:ext cx="1900390" cy="662129"/>
            </a:xfrm>
            <a:custGeom>
              <a:avLst/>
              <a:gdLst>
                <a:gd name="csX0" fmla="*/ 1900391 w 1900390"/>
                <a:gd name="csY0" fmla="*/ 662130 h 662129"/>
                <a:gd name="csX1" fmla="*/ 1 w 1900390"/>
                <a:gd name="csY1" fmla="*/ 662130 h 662129"/>
                <a:gd name="csX2" fmla="*/ 1 w 1900390"/>
                <a:gd name="csY2" fmla="*/ 1 h 6621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00390" h="662129">
                  <a:moveTo>
                    <a:pt x="1900391" y="662130"/>
                  </a:moveTo>
                  <a:lnTo>
                    <a:pt x="1" y="662130"/>
                  </a:lnTo>
                  <a:lnTo>
                    <a:pt x="1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0" name="Graphic 168">
              <a:extLst>
                <a:ext uri="{FF2B5EF4-FFF2-40B4-BE49-F238E27FC236}">
                  <a16:creationId xmlns:a16="http://schemas.microsoft.com/office/drawing/2014/main" id="{BB1A1A03-84AF-B845-EBA0-9DA0150B2F16}"/>
                </a:ext>
              </a:extLst>
            </p:cNvPr>
            <p:cNvGrpSpPr/>
            <p:nvPr/>
          </p:nvGrpSpPr>
          <p:grpSpPr>
            <a:xfrm>
              <a:off x="8335660" y="8606654"/>
              <a:ext cx="894301" cy="882839"/>
              <a:chOff x="8335660" y="8606654"/>
              <a:chExt cx="894301" cy="882839"/>
            </a:xfrm>
          </p:grpSpPr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318E9BE3-82B0-2B7E-0191-EE546E8CBD52}"/>
                  </a:ext>
                </a:extLst>
              </p:cNvPr>
              <p:cNvSpPr/>
              <p:nvPr/>
            </p:nvSpPr>
            <p:spPr>
              <a:xfrm>
                <a:off x="8335660" y="8606654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7A4B4CB1-B45A-2C3B-26A6-DA8143DEB625}"/>
                  </a:ext>
                </a:extLst>
              </p:cNvPr>
              <p:cNvSpPr txBox="1"/>
              <p:nvPr/>
            </p:nvSpPr>
            <p:spPr>
              <a:xfrm>
                <a:off x="8465310" y="8928381"/>
                <a:ext cx="667649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Manage</a:t>
                </a:r>
              </a:p>
            </p:txBody>
          </p:sp>
        </p:grpSp>
        <p:grpSp>
          <p:nvGrpSpPr>
            <p:cNvPr id="283" name="Graphic 168">
              <a:extLst>
                <a:ext uri="{FF2B5EF4-FFF2-40B4-BE49-F238E27FC236}">
                  <a16:creationId xmlns:a16="http://schemas.microsoft.com/office/drawing/2014/main" id="{A5B20011-8597-8538-170C-00E329D557B2}"/>
                </a:ext>
              </a:extLst>
            </p:cNvPr>
            <p:cNvGrpSpPr/>
            <p:nvPr/>
          </p:nvGrpSpPr>
          <p:grpSpPr>
            <a:xfrm>
              <a:off x="9267410" y="9000179"/>
              <a:ext cx="745065" cy="99319"/>
              <a:chOff x="9267410" y="9000179"/>
              <a:chExt cx="745065" cy="99319"/>
            </a:xfrm>
          </p:grpSpPr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4559FC0B-2853-F272-03E0-06E5CB41A9ED}"/>
                  </a:ext>
                </a:extLst>
              </p:cNvPr>
              <p:cNvSpPr/>
              <p:nvPr/>
            </p:nvSpPr>
            <p:spPr>
              <a:xfrm>
                <a:off x="9342866" y="9049508"/>
                <a:ext cx="669608" cy="3420"/>
              </a:xfrm>
              <a:custGeom>
                <a:avLst/>
                <a:gdLst>
                  <a:gd name="csX0" fmla="*/ 669609 w 669608"/>
                  <a:gd name="csY0" fmla="*/ 3421 h 3420"/>
                  <a:gd name="csX1" fmla="*/ 278352 w 669608"/>
                  <a:gd name="csY1" fmla="*/ 3421 h 3420"/>
                  <a:gd name="csX2" fmla="*/ 1 w 669608"/>
                  <a:gd name="csY2" fmla="*/ 1 h 34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69608" h="3420">
                    <a:moveTo>
                      <a:pt x="669609" y="3421"/>
                    </a:moveTo>
                    <a:lnTo>
                      <a:pt x="278352" y="3421"/>
                    </a:lnTo>
                    <a:lnTo>
                      <a:pt x="1" y="1"/>
                    </a:lnTo>
                  </a:path>
                </a:pathLst>
              </a:custGeom>
              <a:noFill/>
              <a:ln w="335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FF7D7728-60F4-B725-3640-BEF90219419F}"/>
                  </a:ext>
                </a:extLst>
              </p:cNvPr>
              <p:cNvSpPr/>
              <p:nvPr/>
            </p:nvSpPr>
            <p:spPr>
              <a:xfrm>
                <a:off x="9267410" y="9000179"/>
                <a:ext cx="101279" cy="99319"/>
              </a:xfrm>
              <a:custGeom>
                <a:avLst/>
                <a:gdLst>
                  <a:gd name="csX0" fmla="*/ 1 w 101279"/>
                  <a:gd name="csY0" fmla="*/ 48336 h 99319"/>
                  <a:gd name="csX1" fmla="*/ 101280 w 101279"/>
                  <a:gd name="csY1" fmla="*/ 1 h 99319"/>
                  <a:gd name="csX2" fmla="*/ 75457 w 101279"/>
                  <a:gd name="csY2" fmla="*/ 49330 h 99319"/>
                  <a:gd name="csX3" fmla="*/ 100051 w 101279"/>
                  <a:gd name="csY3" fmla="*/ 99320 h 99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1279" h="99319">
                    <a:moveTo>
                      <a:pt x="1" y="48336"/>
                    </a:moveTo>
                    <a:lnTo>
                      <a:pt x="101280" y="1"/>
                    </a:lnTo>
                    <a:lnTo>
                      <a:pt x="75457" y="49330"/>
                    </a:lnTo>
                    <a:lnTo>
                      <a:pt x="100051" y="99320"/>
                    </a:lnTo>
                    <a:close/>
                  </a:path>
                </a:pathLst>
              </a:custGeom>
              <a:solidFill>
                <a:srgbClr val="000000"/>
              </a:solidFill>
              <a:ln w="335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6" name="Graphic 168">
              <a:extLst>
                <a:ext uri="{FF2B5EF4-FFF2-40B4-BE49-F238E27FC236}">
                  <a16:creationId xmlns:a16="http://schemas.microsoft.com/office/drawing/2014/main" id="{CF1A16C4-3CC6-2560-441B-28724DCC85AF}"/>
                </a:ext>
              </a:extLst>
            </p:cNvPr>
            <p:cNvGrpSpPr/>
            <p:nvPr/>
          </p:nvGrpSpPr>
          <p:grpSpPr>
            <a:xfrm>
              <a:off x="10012474" y="8606654"/>
              <a:ext cx="1341451" cy="662129"/>
              <a:chOff x="10012474" y="8606654"/>
              <a:chExt cx="1341451" cy="662129"/>
            </a:xfrm>
          </p:grpSpPr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31CE770D-A336-A00D-D7B1-18C7DD439BA5}"/>
                  </a:ext>
                </a:extLst>
              </p:cNvPr>
              <p:cNvSpPr/>
              <p:nvPr/>
            </p:nvSpPr>
            <p:spPr>
              <a:xfrm>
                <a:off x="10012474" y="8606654"/>
                <a:ext cx="1341451" cy="662129"/>
              </a:xfrm>
              <a:prstGeom prst="rect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E0DFDE6D-07D3-4DFE-37F6-730010203A55}"/>
                  </a:ext>
                </a:extLst>
              </p:cNvPr>
              <p:cNvSpPr txBox="1"/>
              <p:nvPr/>
            </p:nvSpPr>
            <p:spPr>
              <a:xfrm>
                <a:off x="10335581" y="8808534"/>
                <a:ext cx="675116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Budgets</a:t>
                </a:r>
              </a:p>
            </p:txBody>
          </p:sp>
        </p:grp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75369A4F-31B9-A71E-A4B7-E7C87D64E30B}"/>
                </a:ext>
              </a:extLst>
            </p:cNvPr>
            <p:cNvSpPr/>
            <p:nvPr/>
          </p:nvSpPr>
          <p:spPr>
            <a:xfrm>
              <a:off x="11801077" y="5185651"/>
              <a:ext cx="11178" cy="993194"/>
            </a:xfrm>
            <a:custGeom>
              <a:avLst/>
              <a:gdLst>
                <a:gd name="csX0" fmla="*/ 1 w 11178"/>
                <a:gd name="csY0" fmla="*/ 993195 h 993194"/>
                <a:gd name="csX1" fmla="*/ 1 w 11178"/>
                <a:gd name="csY1" fmla="*/ 1 h 9931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178" h="993194">
                  <a:moveTo>
                    <a:pt x="1" y="993195"/>
                  </a:moveTo>
                  <a:lnTo>
                    <a:pt x="1" y="1"/>
                  </a:lnTo>
                </a:path>
              </a:pathLst>
            </a:custGeom>
            <a:noFill/>
            <a:ln w="335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9CF9C945-9FB9-EC05-34F4-85668AEFCA61}"/>
                </a:ext>
              </a:extLst>
            </p:cNvPr>
            <p:cNvSpPr/>
            <p:nvPr/>
          </p:nvSpPr>
          <p:spPr>
            <a:xfrm>
              <a:off x="11353927" y="7061685"/>
              <a:ext cx="447150" cy="1876034"/>
            </a:xfrm>
            <a:custGeom>
              <a:avLst/>
              <a:gdLst>
                <a:gd name="csX0" fmla="*/ 447151 w 447150"/>
                <a:gd name="csY0" fmla="*/ 1 h 1876034"/>
                <a:gd name="csX1" fmla="*/ 447151 w 447150"/>
                <a:gd name="csY1" fmla="*/ 1876035 h 1876034"/>
                <a:gd name="csX2" fmla="*/ 1 w 447150"/>
                <a:gd name="csY2" fmla="*/ 1876035 h 18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47150" h="1876034">
                  <a:moveTo>
                    <a:pt x="447151" y="1"/>
                  </a:moveTo>
                  <a:lnTo>
                    <a:pt x="447151" y="1876035"/>
                  </a:lnTo>
                  <a:lnTo>
                    <a:pt x="1" y="1876035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1" name="Graphic 168">
              <a:extLst>
                <a:ext uri="{FF2B5EF4-FFF2-40B4-BE49-F238E27FC236}">
                  <a16:creationId xmlns:a16="http://schemas.microsoft.com/office/drawing/2014/main" id="{2F0F3DB2-09F3-D44E-5E03-80727E97385C}"/>
                </a:ext>
              </a:extLst>
            </p:cNvPr>
            <p:cNvGrpSpPr/>
            <p:nvPr/>
          </p:nvGrpSpPr>
          <p:grpSpPr>
            <a:xfrm>
              <a:off x="11353927" y="6178845"/>
              <a:ext cx="894301" cy="882839"/>
              <a:chOff x="11353927" y="6178845"/>
              <a:chExt cx="894301" cy="882839"/>
            </a:xfrm>
          </p:grpSpPr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47F83C30-F37F-03D9-BCBD-E5771D20BA0A}"/>
                  </a:ext>
                </a:extLst>
              </p:cNvPr>
              <p:cNvSpPr/>
              <p:nvPr/>
            </p:nvSpPr>
            <p:spPr>
              <a:xfrm>
                <a:off x="11353927" y="6178845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1E871BAD-8943-3802-8719-FE5B458BC5FD}"/>
                  </a:ext>
                </a:extLst>
              </p:cNvPr>
              <p:cNvSpPr txBox="1"/>
              <p:nvPr/>
            </p:nvSpPr>
            <p:spPr>
              <a:xfrm>
                <a:off x="11493331" y="6491235"/>
                <a:ext cx="637847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Funded</a:t>
                </a:r>
              </a:p>
            </p:txBody>
          </p:sp>
        </p:grp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0EF3E1E6-5265-B336-CC65-D6C4C307A558}"/>
                </a:ext>
              </a:extLst>
            </p:cNvPr>
            <p:cNvSpPr/>
            <p:nvPr/>
          </p:nvSpPr>
          <p:spPr>
            <a:xfrm>
              <a:off x="9006386" y="550743"/>
              <a:ext cx="1900390" cy="11035"/>
            </a:xfrm>
            <a:custGeom>
              <a:avLst/>
              <a:gdLst>
                <a:gd name="csX0" fmla="*/ 1900391 w 1900390"/>
                <a:gd name="csY0" fmla="*/ 1 h 11035"/>
                <a:gd name="csX1" fmla="*/ 1 w 1900390"/>
                <a:gd name="csY1" fmla="*/ 1 h 11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0390" h="11035">
                  <a:moveTo>
                    <a:pt x="1900391" y="1"/>
                  </a:moveTo>
                  <a:lnTo>
                    <a:pt x="1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5CFAD6FA-5663-EB06-7B13-2AE1F3B54124}"/>
                </a:ext>
              </a:extLst>
            </p:cNvPr>
            <p:cNvSpPr/>
            <p:nvPr/>
          </p:nvSpPr>
          <p:spPr>
            <a:xfrm>
              <a:off x="11577502" y="881808"/>
              <a:ext cx="11178" cy="386242"/>
            </a:xfrm>
            <a:custGeom>
              <a:avLst/>
              <a:gdLst>
                <a:gd name="csX0" fmla="*/ 1 w 11178"/>
                <a:gd name="csY0" fmla="*/ 1 h 386242"/>
                <a:gd name="csX1" fmla="*/ 1 w 11178"/>
                <a:gd name="csY1" fmla="*/ 386243 h 3862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178" h="386242">
                  <a:moveTo>
                    <a:pt x="1" y="1"/>
                  </a:moveTo>
                  <a:lnTo>
                    <a:pt x="1" y="386243"/>
                  </a:lnTo>
                </a:path>
              </a:pathLst>
            </a:custGeom>
            <a:noFill/>
            <a:ln w="335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6" name="Graphic 168">
              <a:extLst>
                <a:ext uri="{FF2B5EF4-FFF2-40B4-BE49-F238E27FC236}">
                  <a16:creationId xmlns:a16="http://schemas.microsoft.com/office/drawing/2014/main" id="{3919579E-5393-4332-3B62-ED8CAD855470}"/>
                </a:ext>
              </a:extLst>
            </p:cNvPr>
            <p:cNvGrpSpPr/>
            <p:nvPr/>
          </p:nvGrpSpPr>
          <p:grpSpPr>
            <a:xfrm>
              <a:off x="10906776" y="219678"/>
              <a:ext cx="1341451" cy="662129"/>
              <a:chOff x="10906776" y="219678"/>
              <a:chExt cx="1341451" cy="662129"/>
            </a:xfrm>
          </p:grpSpPr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E674F1E8-3F31-FBA7-4494-E7C317A9549C}"/>
                  </a:ext>
                </a:extLst>
              </p:cNvPr>
              <p:cNvSpPr/>
              <p:nvPr/>
            </p:nvSpPr>
            <p:spPr>
              <a:xfrm>
                <a:off x="10906776" y="219678"/>
                <a:ext cx="1341451" cy="662129"/>
              </a:xfrm>
              <a:prstGeom prst="rect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BF510C55-590B-672F-6D46-69FC0EC1A51C}"/>
                  </a:ext>
                </a:extLst>
              </p:cNvPr>
              <p:cNvSpPr txBox="1"/>
              <p:nvPr/>
            </p:nvSpPr>
            <p:spPr>
              <a:xfrm>
                <a:off x="11021323" y="431051"/>
                <a:ext cx="1226828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model</a:t>
                </a:r>
              </a:p>
            </p:txBody>
          </p:sp>
        </p:grpSp>
        <p:grpSp>
          <p:nvGrpSpPr>
            <p:cNvPr id="299" name="Graphic 168">
              <a:extLst>
                <a:ext uri="{FF2B5EF4-FFF2-40B4-BE49-F238E27FC236}">
                  <a16:creationId xmlns:a16="http://schemas.microsoft.com/office/drawing/2014/main" id="{D4F21F2A-521D-67E4-C99C-06EF1AE286C6}"/>
                </a:ext>
              </a:extLst>
            </p:cNvPr>
            <p:cNvGrpSpPr/>
            <p:nvPr/>
          </p:nvGrpSpPr>
          <p:grpSpPr>
            <a:xfrm>
              <a:off x="8085227" y="109323"/>
              <a:ext cx="1032946" cy="882839"/>
              <a:chOff x="8085227" y="109323"/>
              <a:chExt cx="1032946" cy="882839"/>
            </a:xfrm>
          </p:grpSpPr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2C5A9243-9D01-BD5B-E86B-E74DCA9AA7E1}"/>
                  </a:ext>
                </a:extLst>
              </p:cNvPr>
              <p:cNvSpPr/>
              <p:nvPr/>
            </p:nvSpPr>
            <p:spPr>
              <a:xfrm>
                <a:off x="8112084" y="109323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1D1BB885-6D59-1E23-BBD7-A7E8D1D4E179}"/>
                  </a:ext>
                </a:extLst>
              </p:cNvPr>
              <p:cNvSpPr txBox="1"/>
              <p:nvPr/>
            </p:nvSpPr>
            <p:spPr>
              <a:xfrm>
                <a:off x="8085227" y="442086"/>
                <a:ext cx="1032946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Correspond to</a:t>
                </a:r>
              </a:p>
            </p:txBody>
          </p:sp>
        </p:grpSp>
        <p:grpSp>
          <p:nvGrpSpPr>
            <p:cNvPr id="302" name="Graphic 168">
              <a:extLst>
                <a:ext uri="{FF2B5EF4-FFF2-40B4-BE49-F238E27FC236}">
                  <a16:creationId xmlns:a16="http://schemas.microsoft.com/office/drawing/2014/main" id="{12074380-6A0C-9D8E-D307-F6127E2ABD71}"/>
                </a:ext>
              </a:extLst>
            </p:cNvPr>
            <p:cNvGrpSpPr/>
            <p:nvPr/>
          </p:nvGrpSpPr>
          <p:grpSpPr>
            <a:xfrm>
              <a:off x="5988119" y="2426777"/>
              <a:ext cx="1070150" cy="882839"/>
              <a:chOff x="5988119" y="2426777"/>
              <a:chExt cx="1070150" cy="882839"/>
            </a:xfrm>
          </p:grpSpPr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EBD12750-2EE0-0548-19A5-AD85856919E8}"/>
                  </a:ext>
                </a:extLst>
              </p:cNvPr>
              <p:cNvSpPr/>
              <p:nvPr/>
            </p:nvSpPr>
            <p:spPr>
              <a:xfrm>
                <a:off x="5988119" y="2426777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646248BE-D0D9-F8AC-68F7-5874876422ED}"/>
                  </a:ext>
                </a:extLst>
              </p:cNvPr>
              <p:cNvSpPr txBox="1"/>
              <p:nvPr/>
            </p:nvSpPr>
            <p:spPr>
              <a:xfrm>
                <a:off x="5988119" y="2729831"/>
                <a:ext cx="1070150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Used_by_simu</a:t>
                </a:r>
              </a:p>
            </p:txBody>
          </p:sp>
        </p:grp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B78EFBEA-221A-F60D-D671-954C31E483F0}"/>
                </a:ext>
              </a:extLst>
            </p:cNvPr>
            <p:cNvSpPr/>
            <p:nvPr/>
          </p:nvSpPr>
          <p:spPr>
            <a:xfrm>
              <a:off x="11577502" y="2150890"/>
              <a:ext cx="11178" cy="386242"/>
            </a:xfrm>
            <a:custGeom>
              <a:avLst/>
              <a:gdLst>
                <a:gd name="csX0" fmla="*/ 1 w 11178"/>
                <a:gd name="csY0" fmla="*/ 386243 h 386242"/>
                <a:gd name="csX1" fmla="*/ 1 w 11178"/>
                <a:gd name="csY1" fmla="*/ 1 h 3862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178" h="386242">
                  <a:moveTo>
                    <a:pt x="1" y="386243"/>
                  </a:moveTo>
                  <a:lnTo>
                    <a:pt x="1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6" name="Graphic 168">
              <a:extLst>
                <a:ext uri="{FF2B5EF4-FFF2-40B4-BE49-F238E27FC236}">
                  <a16:creationId xmlns:a16="http://schemas.microsoft.com/office/drawing/2014/main" id="{BE64957B-8B5E-4D77-BCAB-ED6A90605E39}"/>
                </a:ext>
              </a:extLst>
            </p:cNvPr>
            <p:cNvGrpSpPr/>
            <p:nvPr/>
          </p:nvGrpSpPr>
          <p:grpSpPr>
            <a:xfrm>
              <a:off x="10906776" y="2537132"/>
              <a:ext cx="1341451" cy="662129"/>
              <a:chOff x="10906776" y="2537132"/>
              <a:chExt cx="1341451" cy="662129"/>
            </a:xfrm>
          </p:grpSpPr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A62B22A1-DE98-F48B-0F9B-B0CB0738DDA1}"/>
                  </a:ext>
                </a:extLst>
              </p:cNvPr>
              <p:cNvSpPr/>
              <p:nvPr/>
            </p:nvSpPr>
            <p:spPr>
              <a:xfrm>
                <a:off x="10906776" y="2537132"/>
                <a:ext cx="1341451" cy="662129"/>
              </a:xfrm>
              <a:prstGeom prst="rect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F6BA1CAB-AEAE-2FF7-8B95-D25661780517}"/>
                  </a:ext>
                </a:extLst>
              </p:cNvPr>
              <p:cNvSpPr txBox="1"/>
              <p:nvPr/>
            </p:nvSpPr>
            <p:spPr>
              <a:xfrm>
                <a:off x="11121872" y="2739012"/>
                <a:ext cx="891137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Certification</a:t>
                </a:r>
              </a:p>
            </p:txBody>
          </p:sp>
        </p:grp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7CA78535-75BF-CA79-50CD-3507469D3CE6}"/>
                </a:ext>
              </a:extLst>
            </p:cNvPr>
            <p:cNvSpPr/>
            <p:nvPr/>
          </p:nvSpPr>
          <p:spPr>
            <a:xfrm>
              <a:off x="7553146" y="1875002"/>
              <a:ext cx="1117876" cy="551774"/>
            </a:xfrm>
            <a:custGeom>
              <a:avLst/>
              <a:gdLst>
                <a:gd name="csX0" fmla="*/ 1117877 w 1117876"/>
                <a:gd name="csY0" fmla="*/ 551775 h 551774"/>
                <a:gd name="csX1" fmla="*/ 1 w 1117876"/>
                <a:gd name="csY1" fmla="*/ 551775 h 551774"/>
                <a:gd name="csX2" fmla="*/ 1 w 1117876"/>
                <a:gd name="csY2" fmla="*/ 1 h 5517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17876" h="551774">
                  <a:moveTo>
                    <a:pt x="1117877" y="551775"/>
                  </a:moveTo>
                  <a:lnTo>
                    <a:pt x="1" y="551775"/>
                  </a:lnTo>
                  <a:lnTo>
                    <a:pt x="1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3670EB1D-8F7C-F3DC-F0EB-7AEC6CD33D4D}"/>
                </a:ext>
              </a:extLst>
            </p:cNvPr>
            <p:cNvSpPr/>
            <p:nvPr/>
          </p:nvSpPr>
          <p:spPr>
            <a:xfrm>
              <a:off x="8671023" y="1875002"/>
              <a:ext cx="11178" cy="551774"/>
            </a:xfrm>
            <a:custGeom>
              <a:avLst/>
              <a:gdLst>
                <a:gd name="csX0" fmla="*/ 1 w 11178"/>
                <a:gd name="csY0" fmla="*/ 551775 h 551774"/>
                <a:gd name="csX1" fmla="*/ 1 w 11178"/>
                <a:gd name="csY1" fmla="*/ 1 h 5517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178" h="551774">
                  <a:moveTo>
                    <a:pt x="1" y="551775"/>
                  </a:moveTo>
                  <a:lnTo>
                    <a:pt x="1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F6FF560-F4AE-D52F-B2F5-DC33F5B65F9E}"/>
                </a:ext>
              </a:extLst>
            </p:cNvPr>
            <p:cNvSpPr/>
            <p:nvPr/>
          </p:nvSpPr>
          <p:spPr>
            <a:xfrm>
              <a:off x="8671023" y="1875002"/>
              <a:ext cx="1117876" cy="551774"/>
            </a:xfrm>
            <a:custGeom>
              <a:avLst/>
              <a:gdLst>
                <a:gd name="csX0" fmla="*/ 1 w 1117876"/>
                <a:gd name="csY0" fmla="*/ 551775 h 551774"/>
                <a:gd name="csX1" fmla="*/ 1117877 w 1117876"/>
                <a:gd name="csY1" fmla="*/ 551775 h 551774"/>
                <a:gd name="csX2" fmla="*/ 1117877 w 1117876"/>
                <a:gd name="csY2" fmla="*/ 1 h 5517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17876" h="551774">
                  <a:moveTo>
                    <a:pt x="1" y="551775"/>
                  </a:moveTo>
                  <a:lnTo>
                    <a:pt x="1117877" y="551775"/>
                  </a:lnTo>
                  <a:lnTo>
                    <a:pt x="1117877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2" name="Graphic 168">
              <a:extLst>
                <a:ext uri="{FF2B5EF4-FFF2-40B4-BE49-F238E27FC236}">
                  <a16:creationId xmlns:a16="http://schemas.microsoft.com/office/drawing/2014/main" id="{E89809E3-0054-7FFD-E600-0936E46756AC}"/>
                </a:ext>
              </a:extLst>
            </p:cNvPr>
            <p:cNvGrpSpPr/>
            <p:nvPr/>
          </p:nvGrpSpPr>
          <p:grpSpPr>
            <a:xfrm>
              <a:off x="8223872" y="2426777"/>
              <a:ext cx="894301" cy="882839"/>
              <a:chOff x="8223872" y="2426777"/>
              <a:chExt cx="894301" cy="882839"/>
            </a:xfrm>
          </p:grpSpPr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790C3B9C-585D-14C5-DE12-5F132D7C821E}"/>
                  </a:ext>
                </a:extLst>
              </p:cNvPr>
              <p:cNvSpPr/>
              <p:nvPr/>
            </p:nvSpPr>
            <p:spPr>
              <a:xfrm>
                <a:off x="8223872" y="2426777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D7BEC8F7-D94C-B1F0-CDFB-84D041803791}"/>
                  </a:ext>
                </a:extLst>
              </p:cNvPr>
              <p:cNvSpPr txBox="1"/>
              <p:nvPr/>
            </p:nvSpPr>
            <p:spPr>
              <a:xfrm>
                <a:off x="8452817" y="2759540"/>
                <a:ext cx="458768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Hold</a:t>
                </a:r>
              </a:p>
            </p:txBody>
          </p:sp>
        </p:grp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77CBA606-F116-9042-4C71-5D5192376E2C}"/>
                </a:ext>
              </a:extLst>
            </p:cNvPr>
            <p:cNvSpPr/>
            <p:nvPr/>
          </p:nvSpPr>
          <p:spPr>
            <a:xfrm>
              <a:off x="9118173" y="2868197"/>
              <a:ext cx="1788602" cy="11035"/>
            </a:xfrm>
            <a:custGeom>
              <a:avLst/>
              <a:gdLst>
                <a:gd name="csX0" fmla="*/ 1788603 w 1788602"/>
                <a:gd name="csY0" fmla="*/ 1 h 11035"/>
                <a:gd name="csX1" fmla="*/ 1 w 1788602"/>
                <a:gd name="csY1" fmla="*/ 1 h 11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88602" h="11035">
                  <a:moveTo>
                    <a:pt x="1788603" y="1"/>
                  </a:moveTo>
                  <a:lnTo>
                    <a:pt x="1" y="1"/>
                  </a:lnTo>
                </a:path>
              </a:pathLst>
            </a:custGeom>
            <a:noFill/>
            <a:ln w="111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6" name="Graphic 168">
              <a:extLst>
                <a:ext uri="{FF2B5EF4-FFF2-40B4-BE49-F238E27FC236}">
                  <a16:creationId xmlns:a16="http://schemas.microsoft.com/office/drawing/2014/main" id="{83C8DD1D-21E4-9CD3-54F3-5BDA2949F2A7}"/>
                </a:ext>
              </a:extLst>
            </p:cNvPr>
            <p:cNvGrpSpPr/>
            <p:nvPr/>
          </p:nvGrpSpPr>
          <p:grpSpPr>
            <a:xfrm>
              <a:off x="7105995" y="1323228"/>
              <a:ext cx="894301" cy="551774"/>
              <a:chOff x="7105995" y="1323228"/>
              <a:chExt cx="894301" cy="551774"/>
            </a:xfrm>
          </p:grpSpPr>
          <p:sp>
            <p:nvSpPr>
              <p:cNvPr id="317" name="Oval 316">
                <a:extLst>
                  <a:ext uri="{FF2B5EF4-FFF2-40B4-BE49-F238E27FC236}">
                    <a16:creationId xmlns:a16="http://schemas.microsoft.com/office/drawing/2014/main" id="{51292B4D-E9EC-0B69-EC30-A491BDFD6147}"/>
                  </a:ext>
                </a:extLst>
              </p:cNvPr>
              <p:cNvSpPr/>
              <p:nvPr/>
            </p:nvSpPr>
            <p:spPr>
              <a:xfrm>
                <a:off x="7105995" y="1323228"/>
                <a:ext cx="894301" cy="551774"/>
              </a:xfrm>
              <a:prstGeom prst="ellipse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FB0DF4A2-7097-045D-452F-80056C43ADBC}"/>
                  </a:ext>
                </a:extLst>
              </p:cNvPr>
              <p:cNvSpPr txBox="1"/>
              <p:nvPr/>
            </p:nvSpPr>
            <p:spPr>
              <a:xfrm>
                <a:off x="7154445" y="1534600"/>
                <a:ext cx="831728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issue_date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319" name="Graphic 168">
              <a:extLst>
                <a:ext uri="{FF2B5EF4-FFF2-40B4-BE49-F238E27FC236}">
                  <a16:creationId xmlns:a16="http://schemas.microsoft.com/office/drawing/2014/main" id="{80FE9840-22E2-940E-3FF5-E218D7F8E730}"/>
                </a:ext>
              </a:extLst>
            </p:cNvPr>
            <p:cNvGrpSpPr/>
            <p:nvPr/>
          </p:nvGrpSpPr>
          <p:grpSpPr>
            <a:xfrm>
              <a:off x="8223872" y="1323228"/>
              <a:ext cx="894301" cy="551774"/>
              <a:chOff x="8223872" y="1323228"/>
              <a:chExt cx="894301" cy="551774"/>
            </a:xfrm>
          </p:grpSpPr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D4962138-37B0-AFF7-7E59-AD8E04227FB6}"/>
                  </a:ext>
                </a:extLst>
              </p:cNvPr>
              <p:cNvSpPr/>
              <p:nvPr/>
            </p:nvSpPr>
            <p:spPr>
              <a:xfrm>
                <a:off x="8223872" y="1323228"/>
                <a:ext cx="894301" cy="551774"/>
              </a:xfrm>
              <a:prstGeom prst="ellipse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02E94A3A-5612-39C8-F23E-78505C149A61}"/>
                  </a:ext>
                </a:extLst>
              </p:cNvPr>
              <p:cNvSpPr txBox="1"/>
              <p:nvPr/>
            </p:nvSpPr>
            <p:spPr>
              <a:xfrm>
                <a:off x="8383320" y="1525263"/>
                <a:ext cx="734853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exp_date</a:t>
                </a:r>
              </a:p>
            </p:txBody>
          </p:sp>
        </p:grpSp>
        <p:grpSp>
          <p:nvGrpSpPr>
            <p:cNvPr id="322" name="Graphic 168">
              <a:extLst>
                <a:ext uri="{FF2B5EF4-FFF2-40B4-BE49-F238E27FC236}">
                  <a16:creationId xmlns:a16="http://schemas.microsoft.com/office/drawing/2014/main" id="{EE67E675-F699-C19B-D94A-BB9FD87F8773}"/>
                </a:ext>
              </a:extLst>
            </p:cNvPr>
            <p:cNvGrpSpPr/>
            <p:nvPr/>
          </p:nvGrpSpPr>
          <p:grpSpPr>
            <a:xfrm>
              <a:off x="9341748" y="1323228"/>
              <a:ext cx="894301" cy="551774"/>
              <a:chOff x="9341748" y="1323228"/>
              <a:chExt cx="894301" cy="551774"/>
            </a:xfrm>
          </p:grpSpPr>
          <p:sp>
            <p:nvSpPr>
              <p:cNvPr id="323" name="Oval 322">
                <a:extLst>
                  <a:ext uri="{FF2B5EF4-FFF2-40B4-BE49-F238E27FC236}">
                    <a16:creationId xmlns:a16="http://schemas.microsoft.com/office/drawing/2014/main" id="{6710C501-0E1D-A728-38A7-0C64A3930E16}"/>
                  </a:ext>
                </a:extLst>
              </p:cNvPr>
              <p:cNvSpPr/>
              <p:nvPr/>
            </p:nvSpPr>
            <p:spPr>
              <a:xfrm>
                <a:off x="9341748" y="1323228"/>
                <a:ext cx="894301" cy="551774"/>
              </a:xfrm>
              <a:prstGeom prst="ellipse">
                <a:avLst/>
              </a:pr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F70933C3-1F2D-8D2A-A882-AD9D8D1DD36D}"/>
                  </a:ext>
                </a:extLst>
              </p:cNvPr>
              <p:cNvSpPr txBox="1"/>
              <p:nvPr/>
            </p:nvSpPr>
            <p:spPr>
              <a:xfrm>
                <a:off x="9565323" y="1545636"/>
                <a:ext cx="510906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result</a:t>
                </a:r>
              </a:p>
            </p:txBody>
          </p:sp>
        </p:grpSp>
        <p:grpSp>
          <p:nvGrpSpPr>
            <p:cNvPr id="325" name="Graphic 168">
              <a:extLst>
                <a:ext uri="{FF2B5EF4-FFF2-40B4-BE49-F238E27FC236}">
                  <a16:creationId xmlns:a16="http://schemas.microsoft.com/office/drawing/2014/main" id="{35DE62B5-FE92-E2E2-3114-55D833B2FE72}"/>
                </a:ext>
              </a:extLst>
            </p:cNvPr>
            <p:cNvGrpSpPr/>
            <p:nvPr/>
          </p:nvGrpSpPr>
          <p:grpSpPr>
            <a:xfrm>
              <a:off x="11130351" y="1268050"/>
              <a:ext cx="894301" cy="882839"/>
              <a:chOff x="11130351" y="1268050"/>
              <a:chExt cx="894301" cy="882839"/>
            </a:xfrm>
          </p:grpSpPr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97B4FF08-F78C-44EA-FFA3-71EB744F340E}"/>
                  </a:ext>
                </a:extLst>
              </p:cNvPr>
              <p:cNvSpPr/>
              <p:nvPr/>
            </p:nvSpPr>
            <p:spPr>
              <a:xfrm>
                <a:off x="11130351" y="1268050"/>
                <a:ext cx="894301" cy="882839"/>
              </a:xfrm>
              <a:custGeom>
                <a:avLst/>
                <a:gdLst>
                  <a:gd name="csX0" fmla="*/ 447151 w 894301"/>
                  <a:gd name="csY0" fmla="*/ 1 h 882839"/>
                  <a:gd name="csX1" fmla="*/ 894302 w 894301"/>
                  <a:gd name="csY1" fmla="*/ 441420 h 882839"/>
                  <a:gd name="csX2" fmla="*/ 447151 w 894301"/>
                  <a:gd name="csY2" fmla="*/ 882840 h 882839"/>
                  <a:gd name="csX3" fmla="*/ 1 w 894301"/>
                  <a:gd name="csY3" fmla="*/ 441420 h 882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94301" h="882839">
                    <a:moveTo>
                      <a:pt x="447151" y="1"/>
                    </a:moveTo>
                    <a:lnTo>
                      <a:pt x="894302" y="441420"/>
                    </a:lnTo>
                    <a:lnTo>
                      <a:pt x="447151" y="882840"/>
                    </a:lnTo>
                    <a:lnTo>
                      <a:pt x="1" y="441420"/>
                    </a:lnTo>
                    <a:close/>
                  </a:path>
                </a:pathLst>
              </a:custGeom>
              <a:solidFill>
                <a:srgbClr val="FFFFFF"/>
              </a:solidFill>
              <a:ln w="111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1E5CAF22-6AD2-CDF8-3C97-A87A1992E036}"/>
                  </a:ext>
                </a:extLst>
              </p:cNvPr>
              <p:cNvSpPr txBox="1"/>
              <p:nvPr/>
            </p:nvSpPr>
            <p:spPr>
              <a:xfrm>
                <a:off x="11242138" y="1635618"/>
                <a:ext cx="749591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Authorize</a:t>
                </a:r>
              </a:p>
            </p:txBody>
          </p:sp>
        </p:grpSp>
        <p:grpSp>
          <p:nvGrpSpPr>
            <p:cNvPr id="328" name="Graphic 168">
              <a:extLst>
                <a:ext uri="{FF2B5EF4-FFF2-40B4-BE49-F238E27FC236}">
                  <a16:creationId xmlns:a16="http://schemas.microsoft.com/office/drawing/2014/main" id="{55FBCEFC-D09D-7DEA-D7CA-8AFC95C4423A}"/>
                </a:ext>
              </a:extLst>
            </p:cNvPr>
            <p:cNvGrpSpPr/>
            <p:nvPr/>
          </p:nvGrpSpPr>
          <p:grpSpPr>
            <a:xfrm>
              <a:off x="1958174" y="7883829"/>
              <a:ext cx="670725" cy="331064"/>
              <a:chOff x="1958174" y="7883829"/>
              <a:chExt cx="670725" cy="331064"/>
            </a:xfrm>
          </p:grpSpPr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663DC86D-D0F6-FBC6-2DB6-42CD75D3B30F}"/>
                  </a:ext>
                </a:extLst>
              </p:cNvPr>
              <p:cNvSpPr/>
              <p:nvPr/>
            </p:nvSpPr>
            <p:spPr>
              <a:xfrm>
                <a:off x="1958174" y="7883829"/>
                <a:ext cx="670725" cy="331064"/>
              </a:xfrm>
              <a:prstGeom prst="rect">
                <a:avLst/>
              </a:prstGeom>
              <a:noFill/>
              <a:ln w="1117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B2E6B167-FAF2-6533-609E-667FBD1F5DC9}"/>
                  </a:ext>
                </a:extLst>
              </p:cNvPr>
              <p:cNvSpPr txBox="1"/>
              <p:nvPr/>
            </p:nvSpPr>
            <p:spPr>
              <a:xfrm>
                <a:off x="1981440" y="7925695"/>
                <a:ext cx="615249" cy="23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Faculty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8694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4">
            <a:extLst>
              <a:ext uri="{FF2B5EF4-FFF2-40B4-BE49-F238E27FC236}">
                <a16:creationId xmlns:a16="http://schemas.microsoft.com/office/drawing/2014/main" id="{81E70576-9F8C-9F7F-0A41-E12033140C34}"/>
              </a:ext>
            </a:extLst>
          </p:cNvPr>
          <p:cNvGrpSpPr/>
          <p:nvPr/>
        </p:nvGrpSpPr>
        <p:grpSpPr>
          <a:xfrm>
            <a:off x="1187463" y="7129"/>
            <a:ext cx="10627130" cy="9585356"/>
            <a:chOff x="1187463" y="7129"/>
            <a:chExt cx="10627130" cy="95853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D19899E-2CD5-523F-0DB8-7113E7A77C59}"/>
                </a:ext>
              </a:extLst>
            </p:cNvPr>
            <p:cNvSpPr/>
            <p:nvPr/>
          </p:nvSpPr>
          <p:spPr>
            <a:xfrm>
              <a:off x="6383579" y="4126456"/>
              <a:ext cx="9698" cy="2059663"/>
            </a:xfrm>
            <a:custGeom>
              <a:avLst/>
              <a:gdLst>
                <a:gd name="csX0" fmla="*/ 1 w 9698"/>
                <a:gd name="csY0" fmla="*/ 1 h 2059663"/>
                <a:gd name="csX1" fmla="*/ 1 w 9698"/>
                <a:gd name="csY1" fmla="*/ 2059664 h 2059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98" h="2059663">
                  <a:moveTo>
                    <a:pt x="1" y="1"/>
                  </a:moveTo>
                  <a:lnTo>
                    <a:pt x="1" y="2059664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EDF93A1-9D3E-1F32-E861-9550602A0D25}"/>
                </a:ext>
              </a:extLst>
            </p:cNvPr>
            <p:cNvSpPr/>
            <p:nvPr/>
          </p:nvSpPr>
          <p:spPr>
            <a:xfrm>
              <a:off x="6383579" y="2304446"/>
              <a:ext cx="9698" cy="1346702"/>
            </a:xfrm>
            <a:custGeom>
              <a:avLst/>
              <a:gdLst>
                <a:gd name="csX0" fmla="*/ 1 w 9698"/>
                <a:gd name="csY0" fmla="*/ 1346704 h 1346702"/>
                <a:gd name="csX1" fmla="*/ 1 w 9698"/>
                <a:gd name="csY1" fmla="*/ 1 h 13467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98" h="1346702">
                  <a:moveTo>
                    <a:pt x="1" y="1346704"/>
                  </a:moveTo>
                  <a:lnTo>
                    <a:pt x="1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89E3B0-0644-37E0-D656-E44AA6CCA56D}"/>
                </a:ext>
              </a:extLst>
            </p:cNvPr>
            <p:cNvSpPr/>
            <p:nvPr/>
          </p:nvSpPr>
          <p:spPr>
            <a:xfrm>
              <a:off x="6965473" y="1987575"/>
              <a:ext cx="969824" cy="1663574"/>
            </a:xfrm>
            <a:custGeom>
              <a:avLst/>
              <a:gdLst>
                <a:gd name="csX0" fmla="*/ 1 w 969824"/>
                <a:gd name="csY0" fmla="*/ 1663575 h 1663574"/>
                <a:gd name="csX1" fmla="*/ 1 w 969824"/>
                <a:gd name="csY1" fmla="*/ 1 h 1663574"/>
                <a:gd name="csX2" fmla="*/ 969825 w 969824"/>
                <a:gd name="csY2" fmla="*/ 1 h 1663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69824" h="1663574">
                  <a:moveTo>
                    <a:pt x="1" y="1663575"/>
                  </a:moveTo>
                  <a:lnTo>
                    <a:pt x="1" y="1"/>
                  </a:lnTo>
                  <a:lnTo>
                    <a:pt x="969825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199B6F3-9B35-1F69-5626-4645479E229C}"/>
                </a:ext>
              </a:extLst>
            </p:cNvPr>
            <p:cNvSpPr/>
            <p:nvPr/>
          </p:nvSpPr>
          <p:spPr>
            <a:xfrm>
              <a:off x="6965473" y="3888802"/>
              <a:ext cx="766161" cy="7921"/>
            </a:xfrm>
            <a:custGeom>
              <a:avLst/>
              <a:gdLst>
                <a:gd name="csX0" fmla="*/ 1 w 766161"/>
                <a:gd name="csY0" fmla="*/ 1 h 7921"/>
                <a:gd name="csX1" fmla="*/ 766162 w 766161"/>
                <a:gd name="csY1" fmla="*/ 1 h 79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6161" h="7921">
                  <a:moveTo>
                    <a:pt x="1" y="1"/>
                  </a:moveTo>
                  <a:lnTo>
                    <a:pt x="766162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aphic 4">
              <a:extLst>
                <a:ext uri="{FF2B5EF4-FFF2-40B4-BE49-F238E27FC236}">
                  <a16:creationId xmlns:a16="http://schemas.microsoft.com/office/drawing/2014/main" id="{347CDE63-CE8F-C915-8C33-3AC1A671A30F}"/>
                </a:ext>
              </a:extLst>
            </p:cNvPr>
            <p:cNvGrpSpPr/>
            <p:nvPr/>
          </p:nvGrpSpPr>
          <p:grpSpPr>
            <a:xfrm>
              <a:off x="5801684" y="3651149"/>
              <a:ext cx="1163788" cy="475306"/>
              <a:chOff x="5801684" y="3651149"/>
              <a:chExt cx="1163788" cy="475306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3A75EBD-8D21-1A5C-4048-81B6BDB45594}"/>
                  </a:ext>
                </a:extLst>
              </p:cNvPr>
              <p:cNvSpPr/>
              <p:nvPr/>
            </p:nvSpPr>
            <p:spPr>
              <a:xfrm>
                <a:off x="5801684" y="3651149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31A9D49-5980-ACC2-0D8A-831A7D300937}"/>
                  </a:ext>
                </a:extLst>
              </p:cNvPr>
              <p:cNvSpPr txBox="1"/>
              <p:nvPr/>
            </p:nvSpPr>
            <p:spPr>
              <a:xfrm>
                <a:off x="6102919" y="3781583"/>
                <a:ext cx="551621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Person</a:t>
                </a:r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7BE6FD-300D-5DC7-6EC7-48DB77A891D0}"/>
                </a:ext>
              </a:extLst>
            </p:cNvPr>
            <p:cNvSpPr/>
            <p:nvPr/>
          </p:nvSpPr>
          <p:spPr>
            <a:xfrm>
              <a:off x="6383579" y="6661426"/>
              <a:ext cx="387929" cy="237653"/>
            </a:xfrm>
            <a:custGeom>
              <a:avLst/>
              <a:gdLst>
                <a:gd name="csX0" fmla="*/ 1 w 387929"/>
                <a:gd name="csY0" fmla="*/ 1 h 237653"/>
                <a:gd name="csX1" fmla="*/ 387930 w 387929"/>
                <a:gd name="csY1" fmla="*/ 1 h 237653"/>
                <a:gd name="csX2" fmla="*/ 387930 w 387929"/>
                <a:gd name="csY2" fmla="*/ 237654 h 2376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7929" h="237653">
                  <a:moveTo>
                    <a:pt x="1" y="1"/>
                  </a:moveTo>
                  <a:lnTo>
                    <a:pt x="387930" y="1"/>
                  </a:lnTo>
                  <a:lnTo>
                    <a:pt x="387930" y="237654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68081DC-EAEE-BE25-0C74-215A96932908}"/>
                </a:ext>
              </a:extLst>
            </p:cNvPr>
            <p:cNvSpPr/>
            <p:nvPr/>
          </p:nvSpPr>
          <p:spPr>
            <a:xfrm>
              <a:off x="5995649" y="6661426"/>
              <a:ext cx="387929" cy="237653"/>
            </a:xfrm>
            <a:custGeom>
              <a:avLst/>
              <a:gdLst>
                <a:gd name="csX0" fmla="*/ 387930 w 387929"/>
                <a:gd name="csY0" fmla="*/ 1 h 237653"/>
                <a:gd name="csX1" fmla="*/ 1 w 387929"/>
                <a:gd name="csY1" fmla="*/ 1 h 237653"/>
                <a:gd name="csX2" fmla="*/ 1 w 387929"/>
                <a:gd name="csY2" fmla="*/ 237654 h 2376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7929" h="237653">
                  <a:moveTo>
                    <a:pt x="387930" y="1"/>
                  </a:moveTo>
                  <a:lnTo>
                    <a:pt x="1" y="1"/>
                  </a:lnTo>
                  <a:lnTo>
                    <a:pt x="1" y="237654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aphic 4">
              <a:extLst>
                <a:ext uri="{FF2B5EF4-FFF2-40B4-BE49-F238E27FC236}">
                  <a16:creationId xmlns:a16="http://schemas.microsoft.com/office/drawing/2014/main" id="{D91FC5D0-BD94-0613-A9A5-E1EA8CC6E817}"/>
                </a:ext>
              </a:extLst>
            </p:cNvPr>
            <p:cNvGrpSpPr/>
            <p:nvPr/>
          </p:nvGrpSpPr>
          <p:grpSpPr>
            <a:xfrm>
              <a:off x="6066708" y="6132825"/>
              <a:ext cx="633742" cy="581894"/>
              <a:chOff x="6066708" y="6132825"/>
              <a:chExt cx="633742" cy="581894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E2E8998-C7B5-43E5-0F59-378421235FC6}"/>
                  </a:ext>
                </a:extLst>
              </p:cNvPr>
              <p:cNvSpPr/>
              <p:nvPr/>
            </p:nvSpPr>
            <p:spPr>
              <a:xfrm rot="-5400000">
                <a:off x="6092632" y="6106901"/>
                <a:ext cx="581894" cy="633742"/>
              </a:xfrm>
              <a:custGeom>
                <a:avLst/>
                <a:gdLst>
                  <a:gd name="csX0" fmla="*/ 1 w 581894"/>
                  <a:gd name="csY0" fmla="*/ 0 h 633742"/>
                  <a:gd name="csX1" fmla="*/ 581895 w 581894"/>
                  <a:gd name="csY1" fmla="*/ 316872 h 633742"/>
                  <a:gd name="csX2" fmla="*/ 1 w 581894"/>
                  <a:gd name="csY2" fmla="*/ 633743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81894" h="633742">
                    <a:moveTo>
                      <a:pt x="1" y="0"/>
                    </a:moveTo>
                    <a:lnTo>
                      <a:pt x="581895" y="316872"/>
                    </a:lnTo>
                    <a:lnTo>
                      <a:pt x="1" y="633743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EDC05D-356B-05DC-E3A8-A93E3BF0B3B6}"/>
                  </a:ext>
                </a:extLst>
              </p:cNvPr>
              <p:cNvSpPr txBox="1"/>
              <p:nvPr/>
            </p:nvSpPr>
            <p:spPr>
              <a:xfrm rot="16200000">
                <a:off x="6194672" y="6387482"/>
                <a:ext cx="370461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2761E28-F3C7-B67C-88AF-8A07BD00F8BB}"/>
                </a:ext>
              </a:extLst>
            </p:cNvPr>
            <p:cNvSpPr/>
            <p:nvPr/>
          </p:nvSpPr>
          <p:spPr>
            <a:xfrm>
              <a:off x="7353403" y="7374387"/>
              <a:ext cx="9698" cy="237653"/>
            </a:xfrm>
            <a:custGeom>
              <a:avLst/>
              <a:gdLst>
                <a:gd name="csX0" fmla="*/ 1 w 9698"/>
                <a:gd name="csY0" fmla="*/ 1 h 237653"/>
                <a:gd name="csX1" fmla="*/ 1 w 9698"/>
                <a:gd name="csY1" fmla="*/ 237654 h 2376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98" h="237653">
                  <a:moveTo>
                    <a:pt x="1" y="1"/>
                  </a:moveTo>
                  <a:lnTo>
                    <a:pt x="1" y="237654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B915C9E-A17C-6CA3-6E8E-2EF9FA334678}"/>
                </a:ext>
              </a:extLst>
            </p:cNvPr>
            <p:cNvSpPr/>
            <p:nvPr/>
          </p:nvSpPr>
          <p:spPr>
            <a:xfrm>
              <a:off x="7935298" y="6740644"/>
              <a:ext cx="1066806" cy="158435"/>
            </a:xfrm>
            <a:custGeom>
              <a:avLst/>
              <a:gdLst>
                <a:gd name="csX0" fmla="*/ 1 w 1066806"/>
                <a:gd name="csY0" fmla="*/ 158436 h 158435"/>
                <a:gd name="csX1" fmla="*/ 1 w 1066806"/>
                <a:gd name="csY1" fmla="*/ 1 h 158435"/>
                <a:gd name="csX2" fmla="*/ 1066807 w 1066806"/>
                <a:gd name="csY2" fmla="*/ 1 h 158435"/>
                <a:gd name="csX3" fmla="*/ 1066807 w 1066806"/>
                <a:gd name="csY3" fmla="*/ 63375 h 158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66806" h="158435">
                  <a:moveTo>
                    <a:pt x="1" y="158436"/>
                  </a:moveTo>
                  <a:lnTo>
                    <a:pt x="1" y="1"/>
                  </a:lnTo>
                  <a:lnTo>
                    <a:pt x="1066807" y="1"/>
                  </a:lnTo>
                  <a:lnTo>
                    <a:pt x="1066807" y="63375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aphic 4">
              <a:extLst>
                <a:ext uri="{FF2B5EF4-FFF2-40B4-BE49-F238E27FC236}">
                  <a16:creationId xmlns:a16="http://schemas.microsoft.com/office/drawing/2014/main" id="{4247E620-A3FC-C89B-BBF4-E138F20F7BB7}"/>
                </a:ext>
              </a:extLst>
            </p:cNvPr>
            <p:cNvGrpSpPr/>
            <p:nvPr/>
          </p:nvGrpSpPr>
          <p:grpSpPr>
            <a:xfrm>
              <a:off x="7935298" y="7374387"/>
              <a:ext cx="1110448" cy="237653"/>
              <a:chOff x="7935298" y="7374387"/>
              <a:chExt cx="1110448" cy="237653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18491A10-BE80-C98A-C7A6-6625C9095E47}"/>
                  </a:ext>
                </a:extLst>
              </p:cNvPr>
              <p:cNvSpPr/>
              <p:nvPr/>
            </p:nvSpPr>
            <p:spPr>
              <a:xfrm>
                <a:off x="7935298" y="7374387"/>
                <a:ext cx="1066806" cy="237653"/>
              </a:xfrm>
              <a:custGeom>
                <a:avLst/>
                <a:gdLst>
                  <a:gd name="csX0" fmla="*/ 1 w 1066806"/>
                  <a:gd name="csY0" fmla="*/ 1 h 237653"/>
                  <a:gd name="csX1" fmla="*/ 1 w 1066806"/>
                  <a:gd name="csY1" fmla="*/ 237654 h 237653"/>
                  <a:gd name="csX2" fmla="*/ 1066807 w 1066806"/>
                  <a:gd name="csY2" fmla="*/ 237654 h 237653"/>
                  <a:gd name="csX3" fmla="*/ 1066807 w 1066806"/>
                  <a:gd name="csY3" fmla="*/ 159228 h 2376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66806" h="237653">
                    <a:moveTo>
                      <a:pt x="1" y="1"/>
                    </a:moveTo>
                    <a:lnTo>
                      <a:pt x="1" y="237654"/>
                    </a:lnTo>
                    <a:lnTo>
                      <a:pt x="1066807" y="237654"/>
                    </a:lnTo>
                    <a:lnTo>
                      <a:pt x="1066807" y="159228"/>
                    </a:lnTo>
                  </a:path>
                </a:pathLst>
              </a:custGeom>
              <a:noFill/>
              <a:ln w="290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72951DF-5A0F-5CCF-4D30-D65C5BF82A59}"/>
                  </a:ext>
                </a:extLst>
              </p:cNvPr>
              <p:cNvSpPr/>
              <p:nvPr/>
            </p:nvSpPr>
            <p:spPr>
              <a:xfrm>
                <a:off x="8958462" y="7480142"/>
                <a:ext cx="87284" cy="71296"/>
              </a:xfrm>
              <a:custGeom>
                <a:avLst/>
                <a:gdLst>
                  <a:gd name="csX0" fmla="*/ 43643 w 87284"/>
                  <a:gd name="csY0" fmla="*/ 1 h 71296"/>
                  <a:gd name="csX1" fmla="*/ 87285 w 87284"/>
                  <a:gd name="csY1" fmla="*/ 71297 h 71296"/>
                  <a:gd name="csX2" fmla="*/ 43643 w 87284"/>
                  <a:gd name="csY2" fmla="*/ 53473 h 71296"/>
                  <a:gd name="csX3" fmla="*/ 1 w 87284"/>
                  <a:gd name="csY3" fmla="*/ 71297 h 71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7284" h="71296">
                    <a:moveTo>
                      <a:pt x="43643" y="1"/>
                    </a:moveTo>
                    <a:lnTo>
                      <a:pt x="87285" y="71297"/>
                    </a:lnTo>
                    <a:lnTo>
                      <a:pt x="43643" y="53473"/>
                    </a:lnTo>
                    <a:lnTo>
                      <a:pt x="1" y="71297"/>
                    </a:lnTo>
                    <a:close/>
                  </a:path>
                </a:pathLst>
              </a:custGeom>
              <a:solidFill>
                <a:srgbClr val="000000"/>
              </a:solidFill>
              <a:ln w="290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7039781-5412-85DC-B733-B843A0F09807}"/>
                </a:ext>
              </a:extLst>
            </p:cNvPr>
            <p:cNvSpPr/>
            <p:nvPr/>
          </p:nvSpPr>
          <p:spPr>
            <a:xfrm>
              <a:off x="7353403" y="5156288"/>
              <a:ext cx="2056027" cy="1742792"/>
            </a:xfrm>
            <a:custGeom>
              <a:avLst/>
              <a:gdLst>
                <a:gd name="csX0" fmla="*/ 1 w 2056027"/>
                <a:gd name="csY0" fmla="*/ 1742793 h 1742792"/>
                <a:gd name="csX1" fmla="*/ 1 w 2056027"/>
                <a:gd name="csY1" fmla="*/ 871397 h 1742792"/>
                <a:gd name="csX2" fmla="*/ 2056028 w 2056027"/>
                <a:gd name="csY2" fmla="*/ 871397 h 1742792"/>
                <a:gd name="csX3" fmla="*/ 2056028 w 2056027"/>
                <a:gd name="csY3" fmla="*/ 1 h 17427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56027" h="1742792">
                  <a:moveTo>
                    <a:pt x="1" y="1742793"/>
                  </a:moveTo>
                  <a:lnTo>
                    <a:pt x="1" y="871397"/>
                  </a:lnTo>
                  <a:lnTo>
                    <a:pt x="2056028" y="871397"/>
                  </a:lnTo>
                  <a:lnTo>
                    <a:pt x="2056028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" name="Graphic 4">
              <a:extLst>
                <a:ext uri="{FF2B5EF4-FFF2-40B4-BE49-F238E27FC236}">
                  <a16:creationId xmlns:a16="http://schemas.microsoft.com/office/drawing/2014/main" id="{EB5468D9-EC3A-116F-835E-50866C76BEF5}"/>
                </a:ext>
              </a:extLst>
            </p:cNvPr>
            <p:cNvGrpSpPr/>
            <p:nvPr/>
          </p:nvGrpSpPr>
          <p:grpSpPr>
            <a:xfrm>
              <a:off x="6771509" y="6899080"/>
              <a:ext cx="1163788" cy="475306"/>
              <a:chOff x="6771509" y="6899080"/>
              <a:chExt cx="1163788" cy="475306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199CF06-B5BF-7DD0-2CEB-0569189E8E1E}"/>
                  </a:ext>
                </a:extLst>
              </p:cNvPr>
              <p:cNvSpPr/>
              <p:nvPr/>
            </p:nvSpPr>
            <p:spPr>
              <a:xfrm>
                <a:off x="6771509" y="6899080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8F5C815-6A20-5173-34E3-C1081F0D2DDB}"/>
                  </a:ext>
                </a:extLst>
              </p:cNvPr>
              <p:cNvSpPr txBox="1"/>
              <p:nvPr/>
            </p:nvSpPr>
            <p:spPr>
              <a:xfrm>
                <a:off x="6998358" y="7029514"/>
                <a:ext cx="700391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2885C40-ECFA-A69A-ADB5-C34AE7E4ED81}"/>
                </a:ext>
              </a:extLst>
            </p:cNvPr>
            <p:cNvSpPr/>
            <p:nvPr/>
          </p:nvSpPr>
          <p:spPr>
            <a:xfrm>
              <a:off x="4443931" y="7136733"/>
              <a:ext cx="387929" cy="7921"/>
            </a:xfrm>
            <a:custGeom>
              <a:avLst/>
              <a:gdLst>
                <a:gd name="csX0" fmla="*/ 387930 w 387929"/>
                <a:gd name="csY0" fmla="*/ 1 h 7921"/>
                <a:gd name="csX1" fmla="*/ 1 w 387929"/>
                <a:gd name="csY1" fmla="*/ 1 h 79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7929" h="7921">
                  <a:moveTo>
                    <a:pt x="387930" y="1"/>
                  </a:moveTo>
                  <a:lnTo>
                    <a:pt x="1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20F2D65-72ED-EB5D-EA26-653D8B3081E4}"/>
                </a:ext>
              </a:extLst>
            </p:cNvPr>
            <p:cNvSpPr/>
            <p:nvPr/>
          </p:nvSpPr>
          <p:spPr>
            <a:xfrm>
              <a:off x="4831860" y="7374387"/>
              <a:ext cx="9698" cy="316871"/>
            </a:xfrm>
            <a:custGeom>
              <a:avLst/>
              <a:gdLst>
                <a:gd name="csX0" fmla="*/ 1 w 9698"/>
                <a:gd name="csY0" fmla="*/ 1 h 316871"/>
                <a:gd name="csX1" fmla="*/ 1 w 9698"/>
                <a:gd name="csY1" fmla="*/ 316872 h 3168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98" h="316871">
                  <a:moveTo>
                    <a:pt x="1" y="1"/>
                  </a:moveTo>
                  <a:lnTo>
                    <a:pt x="1" y="316872"/>
                  </a:lnTo>
                </a:path>
              </a:pathLst>
            </a:custGeom>
            <a:noFill/>
            <a:ln w="2907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8AC66CE-BD59-CA37-E0E3-68CA7EE6AEF2}"/>
                </a:ext>
              </a:extLst>
            </p:cNvPr>
            <p:cNvSpPr/>
            <p:nvPr/>
          </p:nvSpPr>
          <p:spPr>
            <a:xfrm>
              <a:off x="4443931" y="7136733"/>
              <a:ext cx="387929" cy="7921"/>
            </a:xfrm>
            <a:custGeom>
              <a:avLst/>
              <a:gdLst>
                <a:gd name="csX0" fmla="*/ 387930 w 387929"/>
                <a:gd name="csY0" fmla="*/ 1 h 7921"/>
                <a:gd name="csX1" fmla="*/ 1 w 387929"/>
                <a:gd name="csY1" fmla="*/ 1 h 79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7929" h="7921">
                  <a:moveTo>
                    <a:pt x="387930" y="1"/>
                  </a:moveTo>
                  <a:lnTo>
                    <a:pt x="1" y="1"/>
                  </a:lnTo>
                </a:path>
              </a:pathLst>
            </a:custGeom>
            <a:noFill/>
            <a:ln w="2907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aphic 4">
              <a:extLst>
                <a:ext uri="{FF2B5EF4-FFF2-40B4-BE49-F238E27FC236}">
                  <a16:creationId xmlns:a16="http://schemas.microsoft.com/office/drawing/2014/main" id="{EA0367D5-E133-5BAE-52DB-0D0A82A90156}"/>
                </a:ext>
              </a:extLst>
            </p:cNvPr>
            <p:cNvGrpSpPr/>
            <p:nvPr/>
          </p:nvGrpSpPr>
          <p:grpSpPr>
            <a:xfrm>
              <a:off x="4831860" y="6899080"/>
              <a:ext cx="1163788" cy="475306"/>
              <a:chOff x="4831860" y="6899080"/>
              <a:chExt cx="1163788" cy="475306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ED95072-E0A1-C393-D174-E22469F37F8E}"/>
                  </a:ext>
                </a:extLst>
              </p:cNvPr>
              <p:cNvSpPr/>
              <p:nvPr/>
            </p:nvSpPr>
            <p:spPr>
              <a:xfrm>
                <a:off x="4831860" y="6899080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3AD4D02-C9A4-B7D6-8A7B-A15F670FFBD3}"/>
                  </a:ext>
                </a:extLst>
              </p:cNvPr>
              <p:cNvSpPr txBox="1"/>
              <p:nvPr/>
            </p:nvSpPr>
            <p:spPr>
              <a:xfrm>
                <a:off x="5116871" y="7029514"/>
                <a:ext cx="584068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Student</a:t>
                </a:r>
              </a:p>
            </p:txBody>
          </p:sp>
        </p:grp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31BAF6C-F8B6-F59F-C063-20A9AA2DE611}"/>
                </a:ext>
              </a:extLst>
            </p:cNvPr>
            <p:cNvSpPr/>
            <p:nvPr/>
          </p:nvSpPr>
          <p:spPr>
            <a:xfrm>
              <a:off x="6965473" y="8087347"/>
              <a:ext cx="193964" cy="237653"/>
            </a:xfrm>
            <a:custGeom>
              <a:avLst/>
              <a:gdLst>
                <a:gd name="csX0" fmla="*/ 193965 w 193964"/>
                <a:gd name="csY0" fmla="*/ 1 h 237653"/>
                <a:gd name="csX1" fmla="*/ 1 w 193964"/>
                <a:gd name="csY1" fmla="*/ 1 h 237653"/>
                <a:gd name="csX2" fmla="*/ 1 w 193964"/>
                <a:gd name="csY2" fmla="*/ 237654 h 2376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964" h="237653">
                  <a:moveTo>
                    <a:pt x="193965" y="1"/>
                  </a:moveTo>
                  <a:lnTo>
                    <a:pt x="1" y="1"/>
                  </a:lnTo>
                  <a:lnTo>
                    <a:pt x="1" y="237654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aphic 4">
              <a:extLst>
                <a:ext uri="{FF2B5EF4-FFF2-40B4-BE49-F238E27FC236}">
                  <a16:creationId xmlns:a16="http://schemas.microsoft.com/office/drawing/2014/main" id="{90441479-9337-E2BC-C86F-D03C13803F14}"/>
                </a:ext>
              </a:extLst>
            </p:cNvPr>
            <p:cNvGrpSpPr/>
            <p:nvPr/>
          </p:nvGrpSpPr>
          <p:grpSpPr>
            <a:xfrm>
              <a:off x="7036532" y="7558746"/>
              <a:ext cx="633742" cy="615580"/>
              <a:chOff x="7036532" y="7558746"/>
              <a:chExt cx="633742" cy="615580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31DEFC2-D24C-63E0-CD4F-386D0C2F0C8C}"/>
                  </a:ext>
                </a:extLst>
              </p:cNvPr>
              <p:cNvSpPr/>
              <p:nvPr/>
            </p:nvSpPr>
            <p:spPr>
              <a:xfrm rot="-5400000">
                <a:off x="7062456" y="7532822"/>
                <a:ext cx="581894" cy="633742"/>
              </a:xfrm>
              <a:custGeom>
                <a:avLst/>
                <a:gdLst>
                  <a:gd name="csX0" fmla="*/ 1 w 581894"/>
                  <a:gd name="csY0" fmla="*/ 0 h 633742"/>
                  <a:gd name="csX1" fmla="*/ 581895 w 581894"/>
                  <a:gd name="csY1" fmla="*/ 316872 h 633742"/>
                  <a:gd name="csX2" fmla="*/ 1 w 581894"/>
                  <a:gd name="csY2" fmla="*/ 633743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81894" h="633742">
                    <a:moveTo>
                      <a:pt x="1" y="0"/>
                    </a:moveTo>
                    <a:lnTo>
                      <a:pt x="581895" y="316872"/>
                    </a:lnTo>
                    <a:lnTo>
                      <a:pt x="1" y="633743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5A365CE-4012-B7A7-4B55-B630CE80FE4E}"/>
                  </a:ext>
                </a:extLst>
              </p:cNvPr>
              <p:cNvSpPr txBox="1"/>
              <p:nvPr/>
            </p:nvSpPr>
            <p:spPr>
              <a:xfrm rot="16200000">
                <a:off x="7173021" y="7890275"/>
                <a:ext cx="370461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2880F7B-1174-6B67-CAB4-27825A2BB780}"/>
                </a:ext>
              </a:extLst>
            </p:cNvPr>
            <p:cNvSpPr/>
            <p:nvPr/>
          </p:nvSpPr>
          <p:spPr>
            <a:xfrm>
              <a:off x="3377124" y="7136733"/>
              <a:ext cx="290947" cy="7921"/>
            </a:xfrm>
            <a:custGeom>
              <a:avLst/>
              <a:gdLst>
                <a:gd name="csX0" fmla="*/ 290948 w 290947"/>
                <a:gd name="csY0" fmla="*/ 1 h 7921"/>
                <a:gd name="csX1" fmla="*/ 1 w 290947"/>
                <a:gd name="csY1" fmla="*/ 1 h 79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0947" h="7921">
                  <a:moveTo>
                    <a:pt x="290948" y="1"/>
                  </a:moveTo>
                  <a:lnTo>
                    <a:pt x="1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" name="Graphic 4">
              <a:extLst>
                <a:ext uri="{FF2B5EF4-FFF2-40B4-BE49-F238E27FC236}">
                  <a16:creationId xmlns:a16="http://schemas.microsoft.com/office/drawing/2014/main" id="{5741DD06-EEDD-5EB6-737B-26C89D4DA383}"/>
                </a:ext>
              </a:extLst>
            </p:cNvPr>
            <p:cNvGrpSpPr/>
            <p:nvPr/>
          </p:nvGrpSpPr>
          <p:grpSpPr>
            <a:xfrm>
              <a:off x="3668071" y="6819862"/>
              <a:ext cx="775859" cy="633742"/>
              <a:chOff x="3668071" y="6819862"/>
              <a:chExt cx="775859" cy="633742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12670827-3AE7-1A20-B7C2-B57311795166}"/>
                  </a:ext>
                </a:extLst>
              </p:cNvPr>
              <p:cNvSpPr/>
              <p:nvPr/>
            </p:nvSpPr>
            <p:spPr>
              <a:xfrm>
                <a:off x="3668071" y="6819862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017753A-3175-5C92-84A4-D80A3E203429}"/>
                  </a:ext>
                </a:extLst>
              </p:cNvPr>
              <p:cNvSpPr txBox="1"/>
              <p:nvPr/>
            </p:nvSpPr>
            <p:spPr>
              <a:xfrm>
                <a:off x="3751067" y="7045833"/>
                <a:ext cx="609867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Enrolled</a:t>
                </a:r>
              </a:p>
            </p:txBody>
          </p:sp>
        </p:grpSp>
        <p:grpSp>
          <p:nvGrpSpPr>
            <p:cNvPr id="43" name="Graphic 4">
              <a:extLst>
                <a:ext uri="{FF2B5EF4-FFF2-40B4-BE49-F238E27FC236}">
                  <a16:creationId xmlns:a16="http://schemas.microsoft.com/office/drawing/2014/main" id="{B8A181A5-E6FA-0A23-1448-5C04DB955922}"/>
                </a:ext>
              </a:extLst>
            </p:cNvPr>
            <p:cNvGrpSpPr/>
            <p:nvPr/>
          </p:nvGrpSpPr>
          <p:grpSpPr>
            <a:xfrm>
              <a:off x="2213335" y="6899080"/>
              <a:ext cx="1163788" cy="475306"/>
              <a:chOff x="2213335" y="6899080"/>
              <a:chExt cx="1163788" cy="475306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AC554B3-8F89-4864-E6CD-215A04344635}"/>
                  </a:ext>
                </a:extLst>
              </p:cNvPr>
              <p:cNvSpPr/>
              <p:nvPr/>
            </p:nvSpPr>
            <p:spPr>
              <a:xfrm>
                <a:off x="2213335" y="6899080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4D80B5F-B245-8ED6-2B0E-256F0A9E5049}"/>
                  </a:ext>
                </a:extLst>
              </p:cNvPr>
              <p:cNvSpPr txBox="1"/>
              <p:nvPr/>
            </p:nvSpPr>
            <p:spPr>
              <a:xfrm>
                <a:off x="2204160" y="7029514"/>
                <a:ext cx="1172441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Program</a:t>
                </a:r>
              </a:p>
            </p:txBody>
          </p: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229C79B-F411-8DA3-5751-5B9CF9336196}"/>
                </a:ext>
              </a:extLst>
            </p:cNvPr>
            <p:cNvSpPr/>
            <p:nvPr/>
          </p:nvSpPr>
          <p:spPr>
            <a:xfrm>
              <a:off x="1582949" y="4205674"/>
              <a:ext cx="4218735" cy="4753069"/>
            </a:xfrm>
            <a:custGeom>
              <a:avLst/>
              <a:gdLst>
                <a:gd name="csX0" fmla="*/ 4218736 w 4218735"/>
                <a:gd name="csY0" fmla="*/ 4594634 h 4753069"/>
                <a:gd name="csX1" fmla="*/ 4218736 w 4218735"/>
                <a:gd name="csY1" fmla="*/ 4753070 h 4753069"/>
                <a:gd name="csX2" fmla="*/ 1 w 4218735"/>
                <a:gd name="csY2" fmla="*/ 4753070 h 4753069"/>
                <a:gd name="csX3" fmla="*/ 1 w 4218735"/>
                <a:gd name="csY3" fmla="*/ 1 h 4753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18735" h="4753069">
                  <a:moveTo>
                    <a:pt x="4218736" y="4594634"/>
                  </a:moveTo>
                  <a:lnTo>
                    <a:pt x="4218736" y="4753070"/>
                  </a:lnTo>
                  <a:lnTo>
                    <a:pt x="1" y="4753070"/>
                  </a:lnTo>
                  <a:lnTo>
                    <a:pt x="1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" name="Graphic 4">
              <a:extLst>
                <a:ext uri="{FF2B5EF4-FFF2-40B4-BE49-F238E27FC236}">
                  <a16:creationId xmlns:a16="http://schemas.microsoft.com/office/drawing/2014/main" id="{F01D1CED-78E8-D34C-A376-694271C81609}"/>
                </a:ext>
              </a:extLst>
            </p:cNvPr>
            <p:cNvGrpSpPr/>
            <p:nvPr/>
          </p:nvGrpSpPr>
          <p:grpSpPr>
            <a:xfrm>
              <a:off x="5801684" y="8325000"/>
              <a:ext cx="1163788" cy="475306"/>
              <a:chOff x="5801684" y="8325000"/>
              <a:chExt cx="1163788" cy="475306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4C84F81-1B8B-4378-346C-8E01A226E2F0}"/>
                  </a:ext>
                </a:extLst>
              </p:cNvPr>
              <p:cNvSpPr/>
              <p:nvPr/>
            </p:nvSpPr>
            <p:spPr>
              <a:xfrm>
                <a:off x="5801684" y="8325000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47A007B-5BDD-5136-FA19-BAE7669A93C9}"/>
                  </a:ext>
                </a:extLst>
              </p:cNvPr>
              <p:cNvSpPr txBox="1"/>
              <p:nvPr/>
            </p:nvSpPr>
            <p:spPr>
              <a:xfrm>
                <a:off x="5756879" y="8455435"/>
                <a:ext cx="1243700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Employee</a:t>
                </a:r>
              </a:p>
            </p:txBody>
          </p:sp>
        </p:grpSp>
        <p:grpSp>
          <p:nvGrpSpPr>
            <p:cNvPr id="50" name="Graphic 4">
              <a:extLst>
                <a:ext uri="{FF2B5EF4-FFF2-40B4-BE49-F238E27FC236}">
                  <a16:creationId xmlns:a16="http://schemas.microsoft.com/office/drawing/2014/main" id="{9558B809-CC12-244E-4FAE-C48202CA5D30}"/>
                </a:ext>
              </a:extLst>
            </p:cNvPr>
            <p:cNvGrpSpPr/>
            <p:nvPr/>
          </p:nvGrpSpPr>
          <p:grpSpPr>
            <a:xfrm>
              <a:off x="7741333" y="8325000"/>
              <a:ext cx="1163788" cy="475306"/>
              <a:chOff x="7741333" y="8325000"/>
              <a:chExt cx="1163788" cy="475306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2BADC9A-68D8-CB08-2033-B4F8402175F3}"/>
                  </a:ext>
                </a:extLst>
              </p:cNvPr>
              <p:cNvSpPr/>
              <p:nvPr/>
            </p:nvSpPr>
            <p:spPr>
              <a:xfrm>
                <a:off x="7741333" y="8325000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EDB267A-5105-6655-92B3-3B71FD9B27E1}"/>
                  </a:ext>
                </a:extLst>
              </p:cNvPr>
              <p:cNvSpPr txBox="1"/>
              <p:nvPr/>
            </p:nvSpPr>
            <p:spPr>
              <a:xfrm>
                <a:off x="7845326" y="8399982"/>
                <a:ext cx="946105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Non-Academic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ED6553D-5230-6457-BBFC-69B4953D9A43}"/>
                  </a:ext>
                </a:extLst>
              </p:cNvPr>
              <p:cNvSpPr txBox="1"/>
              <p:nvPr/>
            </p:nvSpPr>
            <p:spPr>
              <a:xfrm>
                <a:off x="7968183" y="8510887"/>
                <a:ext cx="700391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9828FCB-8E8A-8425-56A7-BDB42841F0D4}"/>
                </a:ext>
              </a:extLst>
            </p:cNvPr>
            <p:cNvSpPr/>
            <p:nvPr/>
          </p:nvSpPr>
          <p:spPr>
            <a:xfrm>
              <a:off x="7547368" y="8087347"/>
              <a:ext cx="217240" cy="278054"/>
            </a:xfrm>
            <a:custGeom>
              <a:avLst/>
              <a:gdLst>
                <a:gd name="csX0" fmla="*/ 1 w 217240"/>
                <a:gd name="csY0" fmla="*/ 1 h 278054"/>
                <a:gd name="csX1" fmla="*/ 216562 w 217240"/>
                <a:gd name="csY1" fmla="*/ 1 h 278054"/>
                <a:gd name="csX2" fmla="*/ 217241 w 217240"/>
                <a:gd name="csY2" fmla="*/ 278055 h 278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17240" h="278054">
                  <a:moveTo>
                    <a:pt x="1" y="1"/>
                  </a:moveTo>
                  <a:lnTo>
                    <a:pt x="216562" y="1"/>
                  </a:lnTo>
                  <a:lnTo>
                    <a:pt x="217241" y="278055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5" name="Graphic 4">
              <a:extLst>
                <a:ext uri="{FF2B5EF4-FFF2-40B4-BE49-F238E27FC236}">
                  <a16:creationId xmlns:a16="http://schemas.microsoft.com/office/drawing/2014/main" id="{7BDBF946-DA3F-8370-136F-59D7EA3A5871}"/>
                </a:ext>
              </a:extLst>
            </p:cNvPr>
            <p:cNvGrpSpPr/>
            <p:nvPr/>
          </p:nvGrpSpPr>
          <p:grpSpPr>
            <a:xfrm>
              <a:off x="8614174" y="6819862"/>
              <a:ext cx="775859" cy="633742"/>
              <a:chOff x="8614174" y="6819862"/>
              <a:chExt cx="775859" cy="633742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C33B0F4F-712C-3832-4F83-B551AA10B4F3}"/>
                  </a:ext>
                </a:extLst>
              </p:cNvPr>
              <p:cNvSpPr/>
              <p:nvPr/>
            </p:nvSpPr>
            <p:spPr>
              <a:xfrm>
                <a:off x="8614174" y="6819862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995545F-32B2-0331-AFB0-8B34D55635C1}"/>
                  </a:ext>
                </a:extLst>
              </p:cNvPr>
              <p:cNvSpPr txBox="1"/>
              <p:nvPr/>
            </p:nvSpPr>
            <p:spPr>
              <a:xfrm>
                <a:off x="8636814" y="7037912"/>
                <a:ext cx="743521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Reports To</a:t>
                </a:r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EE6DDCC-87B9-C83B-6A58-022F6EDF5C5F}"/>
                </a:ext>
              </a:extLst>
            </p:cNvPr>
            <p:cNvSpPr/>
            <p:nvPr/>
          </p:nvSpPr>
          <p:spPr>
            <a:xfrm>
              <a:off x="4831860" y="8325001"/>
              <a:ext cx="969824" cy="237653"/>
            </a:xfrm>
            <a:custGeom>
              <a:avLst/>
              <a:gdLst>
                <a:gd name="csX0" fmla="*/ 1 w 969824"/>
                <a:gd name="csY0" fmla="*/ 1 h 237653"/>
                <a:gd name="csX1" fmla="*/ 1 w 969824"/>
                <a:gd name="csY1" fmla="*/ 237654 h 237653"/>
                <a:gd name="csX2" fmla="*/ 969825 w 969824"/>
                <a:gd name="csY2" fmla="*/ 237654 h 2376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69824" h="237653">
                  <a:moveTo>
                    <a:pt x="1" y="1"/>
                  </a:moveTo>
                  <a:lnTo>
                    <a:pt x="1" y="237654"/>
                  </a:lnTo>
                  <a:lnTo>
                    <a:pt x="969825" y="237654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9" name="Graphic 4">
              <a:extLst>
                <a:ext uri="{FF2B5EF4-FFF2-40B4-BE49-F238E27FC236}">
                  <a16:creationId xmlns:a16="http://schemas.microsoft.com/office/drawing/2014/main" id="{F48F0EC6-B60D-9732-D813-4B8778689E46}"/>
                </a:ext>
              </a:extLst>
            </p:cNvPr>
            <p:cNvGrpSpPr/>
            <p:nvPr/>
          </p:nvGrpSpPr>
          <p:grpSpPr>
            <a:xfrm>
              <a:off x="4443930" y="7691258"/>
              <a:ext cx="775860" cy="633742"/>
              <a:chOff x="4443930" y="7691258"/>
              <a:chExt cx="775860" cy="633742"/>
            </a:xfrm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1818E8B9-F70B-B7F6-FD21-394A40C0DA18}"/>
                  </a:ext>
                </a:extLst>
              </p:cNvPr>
              <p:cNvSpPr/>
              <p:nvPr/>
            </p:nvSpPr>
            <p:spPr>
              <a:xfrm>
                <a:off x="4443931" y="7691258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FE24228-B267-4A3A-AA45-8154FB1EBEF6}"/>
                  </a:ext>
                </a:extLst>
              </p:cNvPr>
              <p:cNvSpPr txBox="1"/>
              <p:nvPr/>
            </p:nvSpPr>
            <p:spPr>
              <a:xfrm>
                <a:off x="4443930" y="7901388"/>
                <a:ext cx="765115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Supervised</a:t>
                </a:r>
              </a:p>
            </p:txBody>
          </p:sp>
        </p:grpSp>
        <p:grpSp>
          <p:nvGrpSpPr>
            <p:cNvPr id="62" name="Graphic 4">
              <a:extLst>
                <a:ext uri="{FF2B5EF4-FFF2-40B4-BE49-F238E27FC236}">
                  <a16:creationId xmlns:a16="http://schemas.microsoft.com/office/drawing/2014/main" id="{7FAA0543-28F9-8C34-230E-08D1354164EE}"/>
                </a:ext>
              </a:extLst>
            </p:cNvPr>
            <p:cNvGrpSpPr/>
            <p:nvPr/>
          </p:nvGrpSpPr>
          <p:grpSpPr>
            <a:xfrm>
              <a:off x="8124413" y="6419812"/>
              <a:ext cx="775859" cy="237653"/>
              <a:chOff x="8124413" y="6419812"/>
              <a:chExt cx="775859" cy="23765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EAEC425-5339-C555-7187-BD8345C998BB}"/>
                  </a:ext>
                </a:extLst>
              </p:cNvPr>
              <p:cNvSpPr/>
              <p:nvPr/>
            </p:nvSpPr>
            <p:spPr>
              <a:xfrm>
                <a:off x="8124413" y="6419812"/>
                <a:ext cx="775859" cy="237653"/>
              </a:xfrm>
              <a:prstGeom prst="rect">
                <a:avLst/>
              </a:prstGeom>
              <a:noFill/>
              <a:ln w="969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48B930E-DED7-F7F6-4857-BE0B38413161}"/>
                  </a:ext>
                </a:extLst>
              </p:cNvPr>
              <p:cNvSpPr txBox="1"/>
              <p:nvPr/>
            </p:nvSpPr>
            <p:spPr>
              <a:xfrm>
                <a:off x="8142770" y="6435380"/>
                <a:ext cx="739146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Supervisor</a:t>
                </a:r>
              </a:p>
            </p:txBody>
          </p:sp>
        </p:grpSp>
        <p:grpSp>
          <p:nvGrpSpPr>
            <p:cNvPr id="65" name="Graphic 4">
              <a:extLst>
                <a:ext uri="{FF2B5EF4-FFF2-40B4-BE49-F238E27FC236}">
                  <a16:creationId xmlns:a16="http://schemas.microsoft.com/office/drawing/2014/main" id="{2E4D0CEB-40DE-E988-089C-6EBB75C7D4F9}"/>
                </a:ext>
              </a:extLst>
            </p:cNvPr>
            <p:cNvGrpSpPr/>
            <p:nvPr/>
          </p:nvGrpSpPr>
          <p:grpSpPr>
            <a:xfrm>
              <a:off x="8124413" y="7608079"/>
              <a:ext cx="775859" cy="237653"/>
              <a:chOff x="8124413" y="7608079"/>
              <a:chExt cx="775859" cy="237653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29EB101-7AE1-3BF2-C0A0-43EB3A067239}"/>
                  </a:ext>
                </a:extLst>
              </p:cNvPr>
              <p:cNvSpPr/>
              <p:nvPr/>
            </p:nvSpPr>
            <p:spPr>
              <a:xfrm>
                <a:off x="8124413" y="7608079"/>
                <a:ext cx="775859" cy="237653"/>
              </a:xfrm>
              <a:prstGeom prst="rect">
                <a:avLst/>
              </a:prstGeom>
              <a:noFill/>
              <a:ln w="969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AB05DA0-4031-2121-EC6C-52CDCD083B6A}"/>
                  </a:ext>
                </a:extLst>
              </p:cNvPr>
              <p:cNvSpPr txBox="1"/>
              <p:nvPr/>
            </p:nvSpPr>
            <p:spPr>
              <a:xfrm>
                <a:off x="8129785" y="7623648"/>
                <a:ext cx="765115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Supervisee</a:t>
                </a:r>
              </a:p>
            </p:txBody>
          </p:sp>
        </p:grp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4BDD739-72E3-B448-EA27-AE459B27AA42}"/>
                </a:ext>
              </a:extLst>
            </p:cNvPr>
            <p:cNvSpPr/>
            <p:nvPr/>
          </p:nvSpPr>
          <p:spPr>
            <a:xfrm>
              <a:off x="3280142" y="3334278"/>
              <a:ext cx="9698" cy="316871"/>
            </a:xfrm>
            <a:custGeom>
              <a:avLst/>
              <a:gdLst>
                <a:gd name="csX0" fmla="*/ 1 w 9698"/>
                <a:gd name="csY0" fmla="*/ 316872 h 316871"/>
                <a:gd name="csX1" fmla="*/ 1 w 9698"/>
                <a:gd name="csY1" fmla="*/ 1 h 3168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98" h="316871">
                  <a:moveTo>
                    <a:pt x="1" y="316872"/>
                  </a:moveTo>
                  <a:lnTo>
                    <a:pt x="1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9" name="Graphic 4">
              <a:extLst>
                <a:ext uri="{FF2B5EF4-FFF2-40B4-BE49-F238E27FC236}">
                  <a16:creationId xmlns:a16="http://schemas.microsoft.com/office/drawing/2014/main" id="{0FC11772-B229-B893-894A-98A5D909B559}"/>
                </a:ext>
              </a:extLst>
            </p:cNvPr>
            <p:cNvGrpSpPr/>
            <p:nvPr/>
          </p:nvGrpSpPr>
          <p:grpSpPr>
            <a:xfrm>
              <a:off x="2003368" y="3853154"/>
              <a:ext cx="694879" cy="71296"/>
              <a:chOff x="2003368" y="3853154"/>
              <a:chExt cx="694879" cy="71296"/>
            </a:xfrm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6656B61-8666-2200-9CF0-C917BE4339D5}"/>
                  </a:ext>
                </a:extLst>
              </p:cNvPr>
              <p:cNvSpPr/>
              <p:nvPr/>
            </p:nvSpPr>
            <p:spPr>
              <a:xfrm>
                <a:off x="2068831" y="3888802"/>
                <a:ext cx="629415" cy="7921"/>
              </a:xfrm>
              <a:custGeom>
                <a:avLst/>
                <a:gdLst>
                  <a:gd name="csX0" fmla="*/ 629416 w 629415"/>
                  <a:gd name="csY0" fmla="*/ 1 h 7921"/>
                  <a:gd name="csX1" fmla="*/ 1 w 629415"/>
                  <a:gd name="csY1" fmla="*/ 1 h 79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29415" h="7921">
                    <a:moveTo>
                      <a:pt x="629416" y="1"/>
                    </a:moveTo>
                    <a:lnTo>
                      <a:pt x="1" y="1"/>
                    </a:lnTo>
                  </a:path>
                </a:pathLst>
              </a:custGeom>
              <a:noFill/>
              <a:ln w="290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7C7C1120-953D-8CC4-A3D0-7B8C1FF801BA}"/>
                  </a:ext>
                </a:extLst>
              </p:cNvPr>
              <p:cNvSpPr/>
              <p:nvPr/>
            </p:nvSpPr>
            <p:spPr>
              <a:xfrm>
                <a:off x="2003368" y="3853154"/>
                <a:ext cx="87284" cy="71296"/>
              </a:xfrm>
              <a:custGeom>
                <a:avLst/>
                <a:gdLst>
                  <a:gd name="csX0" fmla="*/ 1 w 87284"/>
                  <a:gd name="csY0" fmla="*/ 35649 h 71296"/>
                  <a:gd name="csX1" fmla="*/ 87285 w 87284"/>
                  <a:gd name="csY1" fmla="*/ 1 h 71296"/>
                  <a:gd name="csX2" fmla="*/ 65464 w 87284"/>
                  <a:gd name="csY2" fmla="*/ 35649 h 71296"/>
                  <a:gd name="csX3" fmla="*/ 87285 w 87284"/>
                  <a:gd name="csY3" fmla="*/ 71297 h 71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7284" h="71296">
                    <a:moveTo>
                      <a:pt x="1" y="35649"/>
                    </a:moveTo>
                    <a:lnTo>
                      <a:pt x="87285" y="1"/>
                    </a:lnTo>
                    <a:lnTo>
                      <a:pt x="65464" y="35649"/>
                    </a:lnTo>
                    <a:lnTo>
                      <a:pt x="87285" y="71297"/>
                    </a:lnTo>
                    <a:close/>
                  </a:path>
                </a:pathLst>
              </a:custGeom>
              <a:solidFill>
                <a:srgbClr val="000000"/>
              </a:solidFill>
              <a:ln w="290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2" name="Graphic 4">
              <a:extLst>
                <a:ext uri="{FF2B5EF4-FFF2-40B4-BE49-F238E27FC236}">
                  <a16:creationId xmlns:a16="http://schemas.microsoft.com/office/drawing/2014/main" id="{7FC6BC5B-7F9D-F2B0-97D4-C50C07E91C9F}"/>
                </a:ext>
              </a:extLst>
            </p:cNvPr>
            <p:cNvGrpSpPr/>
            <p:nvPr/>
          </p:nvGrpSpPr>
          <p:grpSpPr>
            <a:xfrm>
              <a:off x="2698247" y="3651149"/>
              <a:ext cx="1163788" cy="475306"/>
              <a:chOff x="2698247" y="3651149"/>
              <a:chExt cx="1163788" cy="475306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72AD6E0-6A8F-BB70-328B-C90620607EF7}"/>
                  </a:ext>
                </a:extLst>
              </p:cNvPr>
              <p:cNvSpPr/>
              <p:nvPr/>
            </p:nvSpPr>
            <p:spPr>
              <a:xfrm>
                <a:off x="2698247" y="3651149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0D9709F-135F-84D4-4185-E28623D5EDC4}"/>
                  </a:ext>
                </a:extLst>
              </p:cNvPr>
              <p:cNvSpPr txBox="1"/>
              <p:nvPr/>
            </p:nvSpPr>
            <p:spPr>
              <a:xfrm>
                <a:off x="2905663" y="3781583"/>
                <a:ext cx="739259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Laboratory</a:t>
                </a:r>
              </a:p>
            </p:txBody>
          </p:sp>
        </p:grp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C852C7C-BABF-AFCE-A628-B32BDE00F7E3}"/>
                </a:ext>
              </a:extLst>
            </p:cNvPr>
            <p:cNvSpPr/>
            <p:nvPr/>
          </p:nvSpPr>
          <p:spPr>
            <a:xfrm>
              <a:off x="3280142" y="324000"/>
              <a:ext cx="2521542" cy="2376534"/>
            </a:xfrm>
            <a:custGeom>
              <a:avLst/>
              <a:gdLst>
                <a:gd name="csX0" fmla="*/ 1 w 2521542"/>
                <a:gd name="csY0" fmla="*/ 2376535 h 2376534"/>
                <a:gd name="csX1" fmla="*/ 1 w 2521542"/>
                <a:gd name="csY1" fmla="*/ 1 h 2376534"/>
                <a:gd name="csX2" fmla="*/ 2521543 w 2521542"/>
                <a:gd name="csY2" fmla="*/ 1 h 23765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21542" h="2376534">
                  <a:moveTo>
                    <a:pt x="1" y="2376535"/>
                  </a:moveTo>
                  <a:lnTo>
                    <a:pt x="1" y="1"/>
                  </a:lnTo>
                  <a:lnTo>
                    <a:pt x="2521543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6" name="Graphic 4">
              <a:extLst>
                <a:ext uri="{FF2B5EF4-FFF2-40B4-BE49-F238E27FC236}">
                  <a16:creationId xmlns:a16="http://schemas.microsoft.com/office/drawing/2014/main" id="{FC631887-DF95-994F-3FE6-705A5F20ED27}"/>
                </a:ext>
              </a:extLst>
            </p:cNvPr>
            <p:cNvGrpSpPr/>
            <p:nvPr/>
          </p:nvGrpSpPr>
          <p:grpSpPr>
            <a:xfrm>
              <a:off x="2892212" y="2700535"/>
              <a:ext cx="775859" cy="633742"/>
              <a:chOff x="2892212" y="2700535"/>
              <a:chExt cx="775859" cy="633742"/>
            </a:xfrm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9A2D06CB-353B-042D-7E09-FC941660A035}"/>
                  </a:ext>
                </a:extLst>
              </p:cNvPr>
              <p:cNvSpPr/>
              <p:nvPr/>
            </p:nvSpPr>
            <p:spPr>
              <a:xfrm>
                <a:off x="2892212" y="2700535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9FA0D83-F6AD-90EF-31DF-DCE02A80958A}"/>
                  </a:ext>
                </a:extLst>
              </p:cNvPr>
              <p:cNvSpPr txBox="1"/>
              <p:nvPr/>
            </p:nvSpPr>
            <p:spPr>
              <a:xfrm>
                <a:off x="3019974" y="2918585"/>
                <a:ext cx="422172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Host</a:t>
                </a:r>
              </a:p>
            </p:txBody>
          </p:sp>
        </p:grpSp>
        <p:grpSp>
          <p:nvGrpSpPr>
            <p:cNvPr id="79" name="Graphic 4">
              <a:extLst>
                <a:ext uri="{FF2B5EF4-FFF2-40B4-BE49-F238E27FC236}">
                  <a16:creationId xmlns:a16="http://schemas.microsoft.com/office/drawing/2014/main" id="{D60179A1-D204-B31A-ABAF-0F1D3A513178}"/>
                </a:ext>
              </a:extLst>
            </p:cNvPr>
            <p:cNvGrpSpPr/>
            <p:nvPr/>
          </p:nvGrpSpPr>
          <p:grpSpPr>
            <a:xfrm>
              <a:off x="6965473" y="288352"/>
              <a:ext cx="937335" cy="71296"/>
              <a:chOff x="6965473" y="288352"/>
              <a:chExt cx="937335" cy="71296"/>
            </a:xfrm>
          </p:grpSpPr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B3942A01-83CC-E038-54E5-BF61996F2A09}"/>
                  </a:ext>
                </a:extLst>
              </p:cNvPr>
              <p:cNvSpPr/>
              <p:nvPr/>
            </p:nvSpPr>
            <p:spPr>
              <a:xfrm>
                <a:off x="6965473" y="324000"/>
                <a:ext cx="871872" cy="7921"/>
              </a:xfrm>
              <a:custGeom>
                <a:avLst/>
                <a:gdLst>
                  <a:gd name="csX0" fmla="*/ 1 w 871872"/>
                  <a:gd name="csY0" fmla="*/ 1 h 7921"/>
                  <a:gd name="csX1" fmla="*/ 871873 w 871872"/>
                  <a:gd name="csY1" fmla="*/ 1 h 79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71872" h="7921">
                    <a:moveTo>
                      <a:pt x="1" y="1"/>
                    </a:moveTo>
                    <a:lnTo>
                      <a:pt x="871873" y="1"/>
                    </a:lnTo>
                  </a:path>
                </a:pathLst>
              </a:custGeom>
              <a:noFill/>
              <a:ln w="290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3091DCD9-AD3A-A0FB-A7D9-F736E3872F92}"/>
                  </a:ext>
                </a:extLst>
              </p:cNvPr>
              <p:cNvSpPr/>
              <p:nvPr/>
            </p:nvSpPr>
            <p:spPr>
              <a:xfrm>
                <a:off x="7815524" y="288352"/>
                <a:ext cx="87284" cy="71296"/>
              </a:xfrm>
              <a:custGeom>
                <a:avLst/>
                <a:gdLst>
                  <a:gd name="csX0" fmla="*/ 87285 w 87284"/>
                  <a:gd name="csY0" fmla="*/ 35649 h 71296"/>
                  <a:gd name="csX1" fmla="*/ 1 w 87284"/>
                  <a:gd name="csY1" fmla="*/ 71297 h 71296"/>
                  <a:gd name="csX2" fmla="*/ 21822 w 87284"/>
                  <a:gd name="csY2" fmla="*/ 35649 h 71296"/>
                  <a:gd name="csX3" fmla="*/ 1 w 87284"/>
                  <a:gd name="csY3" fmla="*/ 1 h 71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7284" h="71296">
                    <a:moveTo>
                      <a:pt x="87285" y="35649"/>
                    </a:moveTo>
                    <a:lnTo>
                      <a:pt x="1" y="71297"/>
                    </a:lnTo>
                    <a:lnTo>
                      <a:pt x="21822" y="356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290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" name="Graphic 4">
              <a:extLst>
                <a:ext uri="{FF2B5EF4-FFF2-40B4-BE49-F238E27FC236}">
                  <a16:creationId xmlns:a16="http://schemas.microsoft.com/office/drawing/2014/main" id="{C1A948F9-9346-4D36-9E5A-E97D44EC6C70}"/>
                </a:ext>
              </a:extLst>
            </p:cNvPr>
            <p:cNvGrpSpPr/>
            <p:nvPr/>
          </p:nvGrpSpPr>
          <p:grpSpPr>
            <a:xfrm>
              <a:off x="6349635" y="561654"/>
              <a:ext cx="67887" cy="1100177"/>
              <a:chOff x="6349635" y="561654"/>
              <a:chExt cx="67887" cy="1100177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75A614DB-209A-A609-EA21-2AD778A0C7D1}"/>
                  </a:ext>
                </a:extLst>
              </p:cNvPr>
              <p:cNvSpPr/>
              <p:nvPr/>
            </p:nvSpPr>
            <p:spPr>
              <a:xfrm>
                <a:off x="6383579" y="561654"/>
                <a:ext cx="9698" cy="1058587"/>
              </a:xfrm>
              <a:custGeom>
                <a:avLst/>
                <a:gdLst>
                  <a:gd name="csX0" fmla="*/ 1 w 9698"/>
                  <a:gd name="csY0" fmla="*/ 1 h 1058587"/>
                  <a:gd name="csX1" fmla="*/ 1 w 9698"/>
                  <a:gd name="csY1" fmla="*/ 1058588 h 10585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698" h="1058587">
                    <a:moveTo>
                      <a:pt x="1" y="1"/>
                    </a:moveTo>
                    <a:lnTo>
                      <a:pt x="1" y="1058588"/>
                    </a:lnTo>
                  </a:path>
                </a:pathLst>
              </a:custGeom>
              <a:noFill/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0339CCBD-4137-A317-F7AD-D2087D0DB990}"/>
                  </a:ext>
                </a:extLst>
              </p:cNvPr>
              <p:cNvSpPr/>
              <p:nvPr/>
            </p:nvSpPr>
            <p:spPr>
              <a:xfrm>
                <a:off x="6349635" y="1606378"/>
                <a:ext cx="67887" cy="55452"/>
              </a:xfrm>
              <a:custGeom>
                <a:avLst/>
                <a:gdLst>
                  <a:gd name="csX0" fmla="*/ 33944 w 67887"/>
                  <a:gd name="csY0" fmla="*/ 55453 h 55452"/>
                  <a:gd name="csX1" fmla="*/ 1 w 67887"/>
                  <a:gd name="csY1" fmla="*/ 1 h 55452"/>
                  <a:gd name="csX2" fmla="*/ 33944 w 67887"/>
                  <a:gd name="csY2" fmla="*/ 13864 h 55452"/>
                  <a:gd name="csX3" fmla="*/ 67888 w 67887"/>
                  <a:gd name="csY3" fmla="*/ 1 h 554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887" h="55452">
                    <a:moveTo>
                      <a:pt x="33944" y="55453"/>
                    </a:moveTo>
                    <a:lnTo>
                      <a:pt x="1" y="1"/>
                    </a:lnTo>
                    <a:lnTo>
                      <a:pt x="33944" y="13864"/>
                    </a:lnTo>
                    <a:lnTo>
                      <a:pt x="67888" y="1"/>
                    </a:lnTo>
                    <a:close/>
                  </a:path>
                </a:pathLst>
              </a:custGeom>
              <a:solidFill>
                <a:srgbClr val="000000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5" name="Graphic 4">
              <a:extLst>
                <a:ext uri="{FF2B5EF4-FFF2-40B4-BE49-F238E27FC236}">
                  <a16:creationId xmlns:a16="http://schemas.microsoft.com/office/drawing/2014/main" id="{EBC4A85F-B063-4EA8-A509-34C1BF7F75B5}"/>
                </a:ext>
              </a:extLst>
            </p:cNvPr>
            <p:cNvGrpSpPr/>
            <p:nvPr/>
          </p:nvGrpSpPr>
          <p:grpSpPr>
            <a:xfrm>
              <a:off x="5801684" y="86347"/>
              <a:ext cx="1163788" cy="475306"/>
              <a:chOff x="5801684" y="86347"/>
              <a:chExt cx="1163788" cy="475306"/>
            </a:xfrm>
          </p:grpSpPr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426F90D-3253-5FFB-E250-6813F9DA92F4}"/>
                  </a:ext>
                </a:extLst>
              </p:cNvPr>
              <p:cNvSpPr/>
              <p:nvPr/>
            </p:nvSpPr>
            <p:spPr>
              <a:xfrm>
                <a:off x="5801684" y="86347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EE57C15-7526-5CE3-35C2-6EE3269045E0}"/>
                  </a:ext>
                </a:extLst>
              </p:cNvPr>
              <p:cNvSpPr txBox="1"/>
              <p:nvPr/>
            </p:nvSpPr>
            <p:spPr>
              <a:xfrm>
                <a:off x="5870019" y="216781"/>
                <a:ext cx="1017421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units</a:t>
                </a:r>
              </a:p>
            </p:txBody>
          </p:sp>
        </p:grp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9054CDE-3564-72A8-BC5E-75EA9148553A}"/>
                </a:ext>
              </a:extLst>
            </p:cNvPr>
            <p:cNvSpPr/>
            <p:nvPr/>
          </p:nvSpPr>
          <p:spPr>
            <a:xfrm>
              <a:off x="5219790" y="3888802"/>
              <a:ext cx="581894" cy="7921"/>
            </a:xfrm>
            <a:custGeom>
              <a:avLst/>
              <a:gdLst>
                <a:gd name="csX0" fmla="*/ 1 w 581894"/>
                <a:gd name="csY0" fmla="*/ 1 h 7921"/>
                <a:gd name="csX1" fmla="*/ 581895 w 581894"/>
                <a:gd name="csY1" fmla="*/ 1 h 79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81894" h="7921">
                  <a:moveTo>
                    <a:pt x="1" y="1"/>
                  </a:moveTo>
                  <a:lnTo>
                    <a:pt x="581895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A2FCD7E-0036-B98D-A23C-403DD87FFE37}"/>
                </a:ext>
              </a:extLst>
            </p:cNvPr>
            <p:cNvSpPr/>
            <p:nvPr/>
          </p:nvSpPr>
          <p:spPr>
            <a:xfrm>
              <a:off x="3862036" y="3888802"/>
              <a:ext cx="581894" cy="7921"/>
            </a:xfrm>
            <a:custGeom>
              <a:avLst/>
              <a:gdLst>
                <a:gd name="csX0" fmla="*/ 581895 w 581894"/>
                <a:gd name="csY0" fmla="*/ 1 h 7921"/>
                <a:gd name="csX1" fmla="*/ 1 w 581894"/>
                <a:gd name="csY1" fmla="*/ 1 h 79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81894" h="7921">
                  <a:moveTo>
                    <a:pt x="581895" y="1"/>
                  </a:moveTo>
                  <a:lnTo>
                    <a:pt x="1" y="1"/>
                  </a:lnTo>
                </a:path>
              </a:pathLst>
            </a:custGeom>
            <a:noFill/>
            <a:ln w="2907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0" name="Graphic 4">
              <a:extLst>
                <a:ext uri="{FF2B5EF4-FFF2-40B4-BE49-F238E27FC236}">
                  <a16:creationId xmlns:a16="http://schemas.microsoft.com/office/drawing/2014/main" id="{B7300F75-7EA6-9429-084D-2EBFB0FC43EF}"/>
                </a:ext>
              </a:extLst>
            </p:cNvPr>
            <p:cNvGrpSpPr/>
            <p:nvPr/>
          </p:nvGrpSpPr>
          <p:grpSpPr>
            <a:xfrm>
              <a:off x="4443931" y="3571931"/>
              <a:ext cx="775859" cy="633742"/>
              <a:chOff x="4443931" y="3571931"/>
              <a:chExt cx="775859" cy="633742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9BCFB58D-2F5F-11AA-4E40-421E88D1DEA2}"/>
                  </a:ext>
                </a:extLst>
              </p:cNvPr>
              <p:cNvSpPr/>
              <p:nvPr/>
            </p:nvSpPr>
            <p:spPr>
              <a:xfrm>
                <a:off x="4443931" y="3571931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46E6D96-EE3C-F19A-138E-93996CA7C42D}"/>
                  </a:ext>
                </a:extLst>
              </p:cNvPr>
              <p:cNvSpPr txBox="1"/>
              <p:nvPr/>
            </p:nvSpPr>
            <p:spPr>
              <a:xfrm>
                <a:off x="4570606" y="3892488"/>
                <a:ext cx="512809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Attach</a:t>
                </a:r>
              </a:p>
            </p:txBody>
          </p:sp>
        </p:grpSp>
        <p:grpSp>
          <p:nvGrpSpPr>
            <p:cNvPr id="93" name="Graphic 4">
              <a:extLst>
                <a:ext uri="{FF2B5EF4-FFF2-40B4-BE49-F238E27FC236}">
                  <a16:creationId xmlns:a16="http://schemas.microsoft.com/office/drawing/2014/main" id="{2B513F7D-1498-F63F-7108-7A4AFF49F216}"/>
                </a:ext>
              </a:extLst>
            </p:cNvPr>
            <p:cNvGrpSpPr/>
            <p:nvPr/>
          </p:nvGrpSpPr>
          <p:grpSpPr>
            <a:xfrm>
              <a:off x="1187463" y="3571931"/>
              <a:ext cx="790971" cy="633742"/>
              <a:chOff x="1187463" y="3571931"/>
              <a:chExt cx="790971" cy="633742"/>
            </a:xfrm>
          </p:grpSpPr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E086D805-051B-1CB7-6298-EFF8D2C73CED}"/>
                  </a:ext>
                </a:extLst>
              </p:cNvPr>
              <p:cNvSpPr/>
              <p:nvPr/>
            </p:nvSpPr>
            <p:spPr>
              <a:xfrm>
                <a:off x="1195020" y="3571931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B5D0E08-5780-4002-72AD-18C33901B111}"/>
                  </a:ext>
                </a:extLst>
              </p:cNvPr>
              <p:cNvSpPr txBox="1"/>
              <p:nvPr/>
            </p:nvSpPr>
            <p:spPr>
              <a:xfrm>
                <a:off x="1394422" y="3673109"/>
                <a:ext cx="377053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8C58E36-85FE-BF9B-E60C-24E79603BCE1}"/>
                  </a:ext>
                </a:extLst>
              </p:cNvPr>
              <p:cNvSpPr txBox="1"/>
              <p:nvPr/>
            </p:nvSpPr>
            <p:spPr>
              <a:xfrm>
                <a:off x="1187463" y="3829591"/>
                <a:ext cx="790971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Supervision</a:t>
                </a:r>
              </a:p>
            </p:txBody>
          </p:sp>
        </p:grpSp>
        <p:grpSp>
          <p:nvGrpSpPr>
            <p:cNvPr id="97" name="Graphic 4">
              <a:extLst>
                <a:ext uri="{FF2B5EF4-FFF2-40B4-BE49-F238E27FC236}">
                  <a16:creationId xmlns:a16="http://schemas.microsoft.com/office/drawing/2014/main" id="{8DF1024E-F1CC-1BCF-7B52-0693C19A514B}"/>
                </a:ext>
              </a:extLst>
            </p:cNvPr>
            <p:cNvGrpSpPr/>
            <p:nvPr/>
          </p:nvGrpSpPr>
          <p:grpSpPr>
            <a:xfrm>
              <a:off x="10650805" y="3888802"/>
              <a:ext cx="1163788" cy="475306"/>
              <a:chOff x="10650805" y="3888802"/>
              <a:chExt cx="1163788" cy="475306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25C3C7D2-ABD3-152A-304E-0879F04C97E5}"/>
                  </a:ext>
                </a:extLst>
              </p:cNvPr>
              <p:cNvSpPr/>
              <p:nvPr/>
            </p:nvSpPr>
            <p:spPr>
              <a:xfrm>
                <a:off x="10650805" y="3888802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EEEFE05-2B81-0EA5-1351-63F20EF3635E}"/>
                  </a:ext>
                </a:extLst>
              </p:cNvPr>
              <p:cNvSpPr txBox="1"/>
              <p:nvPr/>
            </p:nvSpPr>
            <p:spPr>
              <a:xfrm>
                <a:off x="10690102" y="4019237"/>
                <a:ext cx="1075497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Research Project</a:t>
                </a:r>
              </a:p>
            </p:txBody>
          </p:sp>
        </p:grp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91C2DF2-B48F-B295-A38C-C38DF57D90CC}"/>
                </a:ext>
              </a:extLst>
            </p:cNvPr>
            <p:cNvSpPr/>
            <p:nvPr/>
          </p:nvSpPr>
          <p:spPr>
            <a:xfrm>
              <a:off x="8323227" y="2858971"/>
              <a:ext cx="678876" cy="7921"/>
            </a:xfrm>
            <a:custGeom>
              <a:avLst/>
              <a:gdLst>
                <a:gd name="csX0" fmla="*/ 1 w 678876"/>
                <a:gd name="csY0" fmla="*/ 1 h 7921"/>
                <a:gd name="csX1" fmla="*/ 484913 w 678876"/>
                <a:gd name="csY1" fmla="*/ 1 h 7921"/>
                <a:gd name="csX2" fmla="*/ 678877 w 678876"/>
                <a:gd name="csY2" fmla="*/ 1 h 79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78876" h="7921">
                  <a:moveTo>
                    <a:pt x="1" y="1"/>
                  </a:moveTo>
                  <a:lnTo>
                    <a:pt x="484913" y="1"/>
                  </a:lnTo>
                  <a:lnTo>
                    <a:pt x="678877" y="1"/>
                  </a:lnTo>
                </a:path>
              </a:pathLst>
            </a:custGeom>
            <a:noFill/>
            <a:ln w="2907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394720CA-322E-A7BB-E9D0-9AA6BD6CAA77}"/>
                </a:ext>
              </a:extLst>
            </p:cNvPr>
            <p:cNvSpPr/>
            <p:nvPr/>
          </p:nvSpPr>
          <p:spPr>
            <a:xfrm>
              <a:off x="6965473" y="2858971"/>
              <a:ext cx="581894" cy="792178"/>
            </a:xfrm>
            <a:custGeom>
              <a:avLst/>
              <a:gdLst>
                <a:gd name="csX0" fmla="*/ 581895 w 581894"/>
                <a:gd name="csY0" fmla="*/ 1 h 792178"/>
                <a:gd name="csX1" fmla="*/ 581895 w 581894"/>
                <a:gd name="csY1" fmla="*/ 792179 h 792178"/>
                <a:gd name="csX2" fmla="*/ 1 w 581894"/>
                <a:gd name="csY2" fmla="*/ 792179 h 792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81894" h="792178">
                  <a:moveTo>
                    <a:pt x="581895" y="1"/>
                  </a:moveTo>
                  <a:lnTo>
                    <a:pt x="581895" y="792179"/>
                  </a:lnTo>
                  <a:lnTo>
                    <a:pt x="1" y="792179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2" name="Graphic 4">
              <a:extLst>
                <a:ext uri="{FF2B5EF4-FFF2-40B4-BE49-F238E27FC236}">
                  <a16:creationId xmlns:a16="http://schemas.microsoft.com/office/drawing/2014/main" id="{A91F510F-3032-186A-EB41-B4BBCD75E9C6}"/>
                </a:ext>
              </a:extLst>
            </p:cNvPr>
            <p:cNvGrpSpPr/>
            <p:nvPr/>
          </p:nvGrpSpPr>
          <p:grpSpPr>
            <a:xfrm>
              <a:off x="7513927" y="2542099"/>
              <a:ext cx="842739" cy="633742"/>
              <a:chOff x="7513927" y="2542099"/>
              <a:chExt cx="842739" cy="633742"/>
            </a:xfrm>
          </p:grpSpPr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2F0DE973-5B35-29A7-1BA7-71B554E71CC3}"/>
                  </a:ext>
                </a:extLst>
              </p:cNvPr>
              <p:cNvSpPr/>
              <p:nvPr/>
            </p:nvSpPr>
            <p:spPr>
              <a:xfrm>
                <a:off x="7547368" y="2542099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AF4DE7F-668C-E054-3D16-59A8F8317A3D}"/>
                  </a:ext>
                </a:extLst>
              </p:cNvPr>
              <p:cNvSpPr txBox="1"/>
              <p:nvPr/>
            </p:nvSpPr>
            <p:spPr>
              <a:xfrm>
                <a:off x="7513927" y="2780156"/>
                <a:ext cx="842739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is_contribute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7616B99-1A03-1117-9282-5AAF2C7FA4F4}"/>
                </a:ext>
              </a:extLst>
            </p:cNvPr>
            <p:cNvSpPr/>
            <p:nvPr/>
          </p:nvSpPr>
          <p:spPr>
            <a:xfrm>
              <a:off x="10165893" y="2621317"/>
              <a:ext cx="678876" cy="79217"/>
            </a:xfrm>
            <a:custGeom>
              <a:avLst/>
              <a:gdLst>
                <a:gd name="csX0" fmla="*/ 1 w 678876"/>
                <a:gd name="csY0" fmla="*/ 1 h 79217"/>
                <a:gd name="csX1" fmla="*/ 1 w 678876"/>
                <a:gd name="csY1" fmla="*/ 79218 h 79217"/>
                <a:gd name="csX2" fmla="*/ 678877 w 678876"/>
                <a:gd name="csY2" fmla="*/ 79218 h 792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78876" h="79217">
                  <a:moveTo>
                    <a:pt x="1" y="1"/>
                  </a:moveTo>
                  <a:lnTo>
                    <a:pt x="1" y="79218"/>
                  </a:lnTo>
                  <a:lnTo>
                    <a:pt x="678877" y="79218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6" name="Graphic 4">
              <a:extLst>
                <a:ext uri="{FF2B5EF4-FFF2-40B4-BE49-F238E27FC236}">
                  <a16:creationId xmlns:a16="http://schemas.microsoft.com/office/drawing/2014/main" id="{88A1E954-0312-5D18-3413-2D60EF6815DF}"/>
                </a:ext>
              </a:extLst>
            </p:cNvPr>
            <p:cNvGrpSpPr/>
            <p:nvPr/>
          </p:nvGrpSpPr>
          <p:grpSpPr>
            <a:xfrm>
              <a:off x="9002104" y="2383664"/>
              <a:ext cx="1163788" cy="475306"/>
              <a:chOff x="9002104" y="2383664"/>
              <a:chExt cx="1163788" cy="475306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F3505CF7-75BD-F01B-D261-EEB1BB6D2E81}"/>
                  </a:ext>
                </a:extLst>
              </p:cNvPr>
              <p:cNvSpPr/>
              <p:nvPr/>
            </p:nvSpPr>
            <p:spPr>
              <a:xfrm>
                <a:off x="9002104" y="2383664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7F98808C-D3F7-81B0-D3A1-CBF8AA95677D}"/>
                  </a:ext>
                </a:extLst>
              </p:cNvPr>
              <p:cNvSpPr txBox="1"/>
              <p:nvPr/>
            </p:nvSpPr>
            <p:spPr>
              <a:xfrm>
                <a:off x="9173947" y="2514098"/>
                <a:ext cx="810405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Contribution</a:t>
                </a:r>
              </a:p>
            </p:txBody>
          </p:sp>
        </p:grp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CE2BF5A-DB88-05DC-44D6-745AB3BEAD17}"/>
                </a:ext>
              </a:extLst>
            </p:cNvPr>
            <p:cNvSpPr/>
            <p:nvPr/>
          </p:nvSpPr>
          <p:spPr>
            <a:xfrm>
              <a:off x="9583999" y="2858971"/>
              <a:ext cx="9698" cy="158435"/>
            </a:xfrm>
            <a:custGeom>
              <a:avLst/>
              <a:gdLst>
                <a:gd name="csX0" fmla="*/ 1 w 9698"/>
                <a:gd name="csY0" fmla="*/ 158436 h 158435"/>
                <a:gd name="csX1" fmla="*/ 1 w 9698"/>
                <a:gd name="csY1" fmla="*/ 1 h 158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98" h="158435">
                  <a:moveTo>
                    <a:pt x="1" y="158436"/>
                  </a:moveTo>
                  <a:lnTo>
                    <a:pt x="1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0" name="Graphic 4">
              <a:extLst>
                <a:ext uri="{FF2B5EF4-FFF2-40B4-BE49-F238E27FC236}">
                  <a16:creationId xmlns:a16="http://schemas.microsoft.com/office/drawing/2014/main" id="{AFAB3B2E-7D4E-7CC9-8614-B48D4F8E24A2}"/>
                </a:ext>
              </a:extLst>
            </p:cNvPr>
            <p:cNvGrpSpPr/>
            <p:nvPr/>
          </p:nvGrpSpPr>
          <p:grpSpPr>
            <a:xfrm>
              <a:off x="9293051" y="3017406"/>
              <a:ext cx="581894" cy="396089"/>
              <a:chOff x="9293051" y="3017406"/>
              <a:chExt cx="581894" cy="39608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15890D71-63EB-A046-548E-589AD3A484BC}"/>
                  </a:ext>
                </a:extLst>
              </p:cNvPr>
              <p:cNvSpPr/>
              <p:nvPr/>
            </p:nvSpPr>
            <p:spPr>
              <a:xfrm>
                <a:off x="9293051" y="3017406"/>
                <a:ext cx="581894" cy="396089"/>
              </a:xfrm>
              <a:prstGeom prst="ellipse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709AEFF-3EC1-19B2-959D-C2D8FFF6F4F8}"/>
                  </a:ext>
                </a:extLst>
              </p:cNvPr>
              <p:cNvSpPr txBox="1"/>
              <p:nvPr/>
            </p:nvSpPr>
            <p:spPr>
              <a:xfrm>
                <a:off x="9368035" y="3219137"/>
                <a:ext cx="422229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Role</a:t>
                </a:r>
              </a:p>
            </p:txBody>
          </p: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440D0A9-5696-F1E2-176A-C59C76F83991}"/>
                </a:ext>
              </a:extLst>
            </p:cNvPr>
            <p:cNvSpPr/>
            <p:nvPr/>
          </p:nvSpPr>
          <p:spPr>
            <a:xfrm>
              <a:off x="11232700" y="3017406"/>
              <a:ext cx="9698" cy="871396"/>
            </a:xfrm>
            <a:custGeom>
              <a:avLst/>
              <a:gdLst>
                <a:gd name="csX0" fmla="*/ 1 w 9698"/>
                <a:gd name="csY0" fmla="*/ 1 h 871396"/>
                <a:gd name="csX1" fmla="*/ 1 w 9698"/>
                <a:gd name="csY1" fmla="*/ 871397 h 8713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98" h="871396">
                  <a:moveTo>
                    <a:pt x="1" y="1"/>
                  </a:moveTo>
                  <a:lnTo>
                    <a:pt x="1" y="871397"/>
                  </a:lnTo>
                </a:path>
              </a:pathLst>
            </a:custGeom>
            <a:noFill/>
            <a:ln w="2907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4" name="Graphic 4">
              <a:extLst>
                <a:ext uri="{FF2B5EF4-FFF2-40B4-BE49-F238E27FC236}">
                  <a16:creationId xmlns:a16="http://schemas.microsoft.com/office/drawing/2014/main" id="{B1631A38-C2B6-55A3-6A00-6ED14D800C9F}"/>
                </a:ext>
              </a:extLst>
            </p:cNvPr>
            <p:cNvGrpSpPr/>
            <p:nvPr/>
          </p:nvGrpSpPr>
          <p:grpSpPr>
            <a:xfrm>
              <a:off x="10727171" y="2383664"/>
              <a:ext cx="1011056" cy="633742"/>
              <a:chOff x="10727171" y="2383664"/>
              <a:chExt cx="1011056" cy="633742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6B4ECC2C-8901-CC8A-FFD5-4654C6E707BE}"/>
                  </a:ext>
                </a:extLst>
              </p:cNvPr>
              <p:cNvSpPr/>
              <p:nvPr/>
            </p:nvSpPr>
            <p:spPr>
              <a:xfrm>
                <a:off x="10844770" y="2383664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05A16F1-9192-4DEB-0403-3599DE36A087}"/>
                  </a:ext>
                </a:extLst>
              </p:cNvPr>
              <p:cNvSpPr txBox="1"/>
              <p:nvPr/>
            </p:nvSpPr>
            <p:spPr>
              <a:xfrm>
                <a:off x="10727171" y="2602633"/>
                <a:ext cx="1011056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Contrubuted_by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D3E7D4A-1DDA-166F-D7BA-6CFBA9F93293}"/>
                </a:ext>
              </a:extLst>
            </p:cNvPr>
            <p:cNvSpPr/>
            <p:nvPr/>
          </p:nvSpPr>
          <p:spPr>
            <a:xfrm>
              <a:off x="6383579" y="8800308"/>
              <a:ext cx="1648701" cy="475306"/>
            </a:xfrm>
            <a:custGeom>
              <a:avLst/>
              <a:gdLst>
                <a:gd name="csX0" fmla="*/ 1648702 w 1648701"/>
                <a:gd name="csY0" fmla="*/ 475307 h 475306"/>
                <a:gd name="csX1" fmla="*/ 1 w 1648701"/>
                <a:gd name="csY1" fmla="*/ 475307 h 475306"/>
                <a:gd name="csX2" fmla="*/ 1 w 1648701"/>
                <a:gd name="csY2" fmla="*/ 1 h 4753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48701" h="475306">
                  <a:moveTo>
                    <a:pt x="1648702" y="475307"/>
                  </a:moveTo>
                  <a:lnTo>
                    <a:pt x="1" y="475307"/>
                  </a:lnTo>
                  <a:lnTo>
                    <a:pt x="1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8" name="Graphic 4">
              <a:extLst>
                <a:ext uri="{FF2B5EF4-FFF2-40B4-BE49-F238E27FC236}">
                  <a16:creationId xmlns:a16="http://schemas.microsoft.com/office/drawing/2014/main" id="{8471B1DC-7B93-7316-84CA-E642BEEEDE1E}"/>
                </a:ext>
              </a:extLst>
            </p:cNvPr>
            <p:cNvGrpSpPr/>
            <p:nvPr/>
          </p:nvGrpSpPr>
          <p:grpSpPr>
            <a:xfrm>
              <a:off x="8032280" y="8958743"/>
              <a:ext cx="775859" cy="633742"/>
              <a:chOff x="8032280" y="8958743"/>
              <a:chExt cx="775859" cy="633742"/>
            </a:xfrm>
          </p:grpSpPr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9197FF15-46A9-7CB1-1CEF-73FFB0DD8361}"/>
                  </a:ext>
                </a:extLst>
              </p:cNvPr>
              <p:cNvSpPr/>
              <p:nvPr/>
            </p:nvSpPr>
            <p:spPr>
              <a:xfrm>
                <a:off x="8032280" y="8958743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EB7824F-A128-89CE-2602-C56DA4BA12C6}"/>
                  </a:ext>
                </a:extLst>
              </p:cNvPr>
              <p:cNvSpPr txBox="1"/>
              <p:nvPr/>
            </p:nvSpPr>
            <p:spPr>
              <a:xfrm>
                <a:off x="8107711" y="9188476"/>
                <a:ext cx="603446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Manage</a:t>
                </a:r>
              </a:p>
            </p:txBody>
          </p:sp>
        </p:grpSp>
        <p:grpSp>
          <p:nvGrpSpPr>
            <p:cNvPr id="121" name="Graphic 4">
              <a:extLst>
                <a:ext uri="{FF2B5EF4-FFF2-40B4-BE49-F238E27FC236}">
                  <a16:creationId xmlns:a16="http://schemas.microsoft.com/office/drawing/2014/main" id="{2357E66D-DED8-B593-7F30-D3CFAFEF46D6}"/>
                </a:ext>
              </a:extLst>
            </p:cNvPr>
            <p:cNvGrpSpPr/>
            <p:nvPr/>
          </p:nvGrpSpPr>
          <p:grpSpPr>
            <a:xfrm>
              <a:off x="8840628" y="9240521"/>
              <a:ext cx="1034317" cy="71296"/>
              <a:chOff x="8840628" y="9240521"/>
              <a:chExt cx="1034317" cy="71296"/>
            </a:xfrm>
          </p:grpSpPr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F65B6AA4-7250-47BF-F99E-B6BA8BBBDD1F}"/>
                  </a:ext>
                </a:extLst>
              </p:cNvPr>
              <p:cNvSpPr/>
              <p:nvPr/>
            </p:nvSpPr>
            <p:spPr>
              <a:xfrm>
                <a:off x="8906091" y="9276089"/>
                <a:ext cx="968854" cy="3010"/>
              </a:xfrm>
              <a:custGeom>
                <a:avLst/>
                <a:gdLst>
                  <a:gd name="csX0" fmla="*/ 968855 w 968854"/>
                  <a:gd name="csY0" fmla="*/ 3011 h 3010"/>
                  <a:gd name="csX1" fmla="*/ 435452 w 968854"/>
                  <a:gd name="csY1" fmla="*/ 2140 h 3010"/>
                  <a:gd name="csX2" fmla="*/ 1 w 968854"/>
                  <a:gd name="csY2" fmla="*/ 1 h 3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68854" h="3010">
                    <a:moveTo>
                      <a:pt x="968855" y="3011"/>
                    </a:moveTo>
                    <a:lnTo>
                      <a:pt x="435452" y="2140"/>
                    </a:lnTo>
                    <a:lnTo>
                      <a:pt x="1" y="1"/>
                    </a:lnTo>
                  </a:path>
                </a:pathLst>
              </a:custGeom>
              <a:noFill/>
              <a:ln w="290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9CFA6732-16D0-928A-6AF2-33FC8E91A60F}"/>
                  </a:ext>
                </a:extLst>
              </p:cNvPr>
              <p:cNvSpPr/>
              <p:nvPr/>
            </p:nvSpPr>
            <p:spPr>
              <a:xfrm>
                <a:off x="8840628" y="9240521"/>
                <a:ext cx="87575" cy="71296"/>
              </a:xfrm>
              <a:custGeom>
                <a:avLst/>
                <a:gdLst>
                  <a:gd name="csX0" fmla="*/ 1 w 87575"/>
                  <a:gd name="csY0" fmla="*/ 35253 h 71296"/>
                  <a:gd name="csX1" fmla="*/ 87576 w 87575"/>
                  <a:gd name="csY1" fmla="*/ 1 h 71296"/>
                  <a:gd name="csX2" fmla="*/ 65464 w 87575"/>
                  <a:gd name="csY2" fmla="*/ 35569 h 71296"/>
                  <a:gd name="csX3" fmla="*/ 87091 w 87575"/>
                  <a:gd name="csY3" fmla="*/ 71297 h 71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7575" h="71296">
                    <a:moveTo>
                      <a:pt x="1" y="35253"/>
                    </a:moveTo>
                    <a:lnTo>
                      <a:pt x="87576" y="1"/>
                    </a:lnTo>
                    <a:lnTo>
                      <a:pt x="65464" y="35569"/>
                    </a:lnTo>
                    <a:lnTo>
                      <a:pt x="87091" y="71297"/>
                    </a:lnTo>
                    <a:close/>
                  </a:path>
                </a:pathLst>
              </a:custGeom>
              <a:solidFill>
                <a:srgbClr val="000000"/>
              </a:solidFill>
              <a:ln w="290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4" name="Graphic 4">
              <a:extLst>
                <a:ext uri="{FF2B5EF4-FFF2-40B4-BE49-F238E27FC236}">
                  <a16:creationId xmlns:a16="http://schemas.microsoft.com/office/drawing/2014/main" id="{E20D57C6-0356-61C5-905A-6158207BCB0A}"/>
                </a:ext>
              </a:extLst>
            </p:cNvPr>
            <p:cNvGrpSpPr/>
            <p:nvPr/>
          </p:nvGrpSpPr>
          <p:grpSpPr>
            <a:xfrm>
              <a:off x="9777963" y="9037961"/>
              <a:ext cx="1163788" cy="475306"/>
              <a:chOff x="9777963" y="9037961"/>
              <a:chExt cx="1163788" cy="475306"/>
            </a:xfrm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E05F0265-FE47-69AC-6EC9-E3C501FCCECD}"/>
                  </a:ext>
                </a:extLst>
              </p:cNvPr>
              <p:cNvSpPr/>
              <p:nvPr/>
            </p:nvSpPr>
            <p:spPr>
              <a:xfrm>
                <a:off x="9777963" y="9037961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64ABD7B0-476B-EB7D-CD3F-A937F9374471}"/>
                  </a:ext>
                </a:extLst>
              </p:cNvPr>
              <p:cNvSpPr txBox="1"/>
              <p:nvPr/>
            </p:nvSpPr>
            <p:spPr>
              <a:xfrm>
                <a:off x="10050046" y="9168395"/>
                <a:ext cx="609924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Budgets</a:t>
                </a:r>
              </a:p>
            </p:txBody>
          </p:sp>
        </p:grp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6595A50-229D-E748-9F61-B08F8DFF11CA}"/>
                </a:ext>
              </a:extLst>
            </p:cNvPr>
            <p:cNvSpPr/>
            <p:nvPr/>
          </p:nvSpPr>
          <p:spPr>
            <a:xfrm>
              <a:off x="11232700" y="4364109"/>
              <a:ext cx="9698" cy="1029831"/>
            </a:xfrm>
            <a:custGeom>
              <a:avLst/>
              <a:gdLst>
                <a:gd name="csX0" fmla="*/ 1 w 9698"/>
                <a:gd name="csY0" fmla="*/ 1029832 h 1029831"/>
                <a:gd name="csX1" fmla="*/ 1 w 9698"/>
                <a:gd name="csY1" fmla="*/ 1 h 10298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98" h="1029831">
                  <a:moveTo>
                    <a:pt x="1" y="1029832"/>
                  </a:moveTo>
                  <a:lnTo>
                    <a:pt x="1" y="1"/>
                  </a:lnTo>
                </a:path>
              </a:pathLst>
            </a:custGeom>
            <a:noFill/>
            <a:ln w="2907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F8D3C00-23C3-0E13-8D23-6E2E82200059}"/>
                </a:ext>
              </a:extLst>
            </p:cNvPr>
            <p:cNvSpPr/>
            <p:nvPr/>
          </p:nvSpPr>
          <p:spPr>
            <a:xfrm>
              <a:off x="10941752" y="6027684"/>
              <a:ext cx="290947" cy="3247930"/>
            </a:xfrm>
            <a:custGeom>
              <a:avLst/>
              <a:gdLst>
                <a:gd name="csX0" fmla="*/ 290948 w 290947"/>
                <a:gd name="csY0" fmla="*/ 1 h 3247930"/>
                <a:gd name="csX1" fmla="*/ 290948 w 290947"/>
                <a:gd name="csY1" fmla="*/ 3247931 h 3247930"/>
                <a:gd name="csX2" fmla="*/ 1 w 290947"/>
                <a:gd name="csY2" fmla="*/ 3247931 h 32479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90947" h="3247930">
                  <a:moveTo>
                    <a:pt x="290948" y="1"/>
                  </a:moveTo>
                  <a:lnTo>
                    <a:pt x="290948" y="3247931"/>
                  </a:lnTo>
                  <a:lnTo>
                    <a:pt x="1" y="324793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9" name="Graphic 4">
              <a:extLst>
                <a:ext uri="{FF2B5EF4-FFF2-40B4-BE49-F238E27FC236}">
                  <a16:creationId xmlns:a16="http://schemas.microsoft.com/office/drawing/2014/main" id="{A896728E-260A-72F9-CED1-00DF4DAE4741}"/>
                </a:ext>
              </a:extLst>
            </p:cNvPr>
            <p:cNvGrpSpPr/>
            <p:nvPr/>
          </p:nvGrpSpPr>
          <p:grpSpPr>
            <a:xfrm>
              <a:off x="10844770" y="5393941"/>
              <a:ext cx="775859" cy="633742"/>
              <a:chOff x="10844770" y="5393941"/>
              <a:chExt cx="775859" cy="633742"/>
            </a:xfrm>
          </p:grpSpPr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50CB40E5-C09C-813D-A726-63C38A35B60F}"/>
                  </a:ext>
                </a:extLst>
              </p:cNvPr>
              <p:cNvSpPr/>
              <p:nvPr/>
            </p:nvSpPr>
            <p:spPr>
              <a:xfrm>
                <a:off x="10844770" y="5393941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D4371ED-CF24-B188-17B1-43BC10848173}"/>
                  </a:ext>
                </a:extLst>
              </p:cNvPr>
              <p:cNvSpPr txBox="1"/>
              <p:nvPr/>
            </p:nvSpPr>
            <p:spPr>
              <a:xfrm>
                <a:off x="10939055" y="5659046"/>
                <a:ext cx="577590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Funded</a:t>
                </a:r>
              </a:p>
            </p:txBody>
          </p:sp>
        </p:grp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27AEB89-C0DB-29C4-7B08-2460E7167178}"/>
                </a:ext>
              </a:extLst>
            </p:cNvPr>
            <p:cNvSpPr/>
            <p:nvPr/>
          </p:nvSpPr>
          <p:spPr>
            <a:xfrm>
              <a:off x="8614174" y="324000"/>
              <a:ext cx="1648701" cy="7921"/>
            </a:xfrm>
            <a:custGeom>
              <a:avLst/>
              <a:gdLst>
                <a:gd name="csX0" fmla="*/ 1648702 w 1648701"/>
                <a:gd name="csY0" fmla="*/ 1 h 7921"/>
                <a:gd name="csX1" fmla="*/ 1 w 1648701"/>
                <a:gd name="csY1" fmla="*/ 1 h 79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48701" h="7921">
                  <a:moveTo>
                    <a:pt x="1648702" y="1"/>
                  </a:moveTo>
                  <a:lnTo>
                    <a:pt x="1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1D9069BF-876F-ED5A-EDE6-E969F095C9CF}"/>
                </a:ext>
              </a:extLst>
            </p:cNvPr>
            <p:cNvSpPr/>
            <p:nvPr/>
          </p:nvSpPr>
          <p:spPr>
            <a:xfrm>
              <a:off x="10844770" y="561654"/>
              <a:ext cx="9698" cy="277262"/>
            </a:xfrm>
            <a:custGeom>
              <a:avLst/>
              <a:gdLst>
                <a:gd name="csX0" fmla="*/ 1 w 9698"/>
                <a:gd name="csY0" fmla="*/ 1 h 277262"/>
                <a:gd name="csX1" fmla="*/ 1 w 9698"/>
                <a:gd name="csY1" fmla="*/ 277263 h 277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98" h="277262">
                  <a:moveTo>
                    <a:pt x="1" y="1"/>
                  </a:moveTo>
                  <a:lnTo>
                    <a:pt x="1" y="277263"/>
                  </a:lnTo>
                </a:path>
              </a:pathLst>
            </a:custGeom>
            <a:noFill/>
            <a:ln w="2907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4" name="Graphic 4">
              <a:extLst>
                <a:ext uri="{FF2B5EF4-FFF2-40B4-BE49-F238E27FC236}">
                  <a16:creationId xmlns:a16="http://schemas.microsoft.com/office/drawing/2014/main" id="{683DA6FF-B0CB-EA40-5A28-9F14EC8360D4}"/>
                </a:ext>
              </a:extLst>
            </p:cNvPr>
            <p:cNvGrpSpPr/>
            <p:nvPr/>
          </p:nvGrpSpPr>
          <p:grpSpPr>
            <a:xfrm>
              <a:off x="10262875" y="86347"/>
              <a:ext cx="1163788" cy="475306"/>
              <a:chOff x="10262875" y="86347"/>
              <a:chExt cx="1163788" cy="475306"/>
            </a:xfrm>
          </p:grpSpPr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F4870BFF-8A5D-204B-E8AE-09F521B44921}"/>
                  </a:ext>
                </a:extLst>
              </p:cNvPr>
              <p:cNvSpPr/>
              <p:nvPr/>
            </p:nvSpPr>
            <p:spPr>
              <a:xfrm>
                <a:off x="10262875" y="86347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A395FA3-FE5C-F5E9-2611-FAE61EC803A7}"/>
                  </a:ext>
                </a:extLst>
              </p:cNvPr>
              <p:cNvSpPr txBox="1"/>
              <p:nvPr/>
            </p:nvSpPr>
            <p:spPr>
              <a:xfrm>
                <a:off x="10295637" y="216781"/>
                <a:ext cx="1088566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model</a:t>
                </a:r>
              </a:p>
            </p:txBody>
          </p:sp>
        </p:grpSp>
        <p:grpSp>
          <p:nvGrpSpPr>
            <p:cNvPr id="137" name="Graphic 4">
              <a:extLst>
                <a:ext uri="{FF2B5EF4-FFF2-40B4-BE49-F238E27FC236}">
                  <a16:creationId xmlns:a16="http://schemas.microsoft.com/office/drawing/2014/main" id="{C7229864-EA8F-623D-ABBA-9DB7BA116478}"/>
                </a:ext>
              </a:extLst>
            </p:cNvPr>
            <p:cNvGrpSpPr/>
            <p:nvPr/>
          </p:nvGrpSpPr>
          <p:grpSpPr>
            <a:xfrm>
              <a:off x="7764608" y="7129"/>
              <a:ext cx="920363" cy="633742"/>
              <a:chOff x="7764608" y="7129"/>
              <a:chExt cx="920363" cy="633742"/>
            </a:xfrm>
          </p:grpSpPr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01FF90DF-4574-81EE-C396-EE6E429E4B81}"/>
                  </a:ext>
                </a:extLst>
              </p:cNvPr>
              <p:cNvSpPr/>
              <p:nvPr/>
            </p:nvSpPr>
            <p:spPr>
              <a:xfrm>
                <a:off x="7838315" y="7129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9C028A6-FB96-D5B4-B205-E22464D92781}"/>
                  </a:ext>
                </a:extLst>
              </p:cNvPr>
              <p:cNvSpPr txBox="1"/>
              <p:nvPr/>
            </p:nvSpPr>
            <p:spPr>
              <a:xfrm>
                <a:off x="7764608" y="225179"/>
                <a:ext cx="920363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Correspond to</a:t>
                </a:r>
              </a:p>
            </p:txBody>
          </p:sp>
        </p:grpSp>
        <p:grpSp>
          <p:nvGrpSpPr>
            <p:cNvPr id="140" name="Graphic 4">
              <a:extLst>
                <a:ext uri="{FF2B5EF4-FFF2-40B4-BE49-F238E27FC236}">
                  <a16:creationId xmlns:a16="http://schemas.microsoft.com/office/drawing/2014/main" id="{B47F9AEF-2F40-4F7C-0E7E-5791C8A26E83}"/>
                </a:ext>
              </a:extLst>
            </p:cNvPr>
            <p:cNvGrpSpPr/>
            <p:nvPr/>
          </p:nvGrpSpPr>
          <p:grpSpPr>
            <a:xfrm>
              <a:off x="5858866" y="1670703"/>
              <a:ext cx="952640" cy="633742"/>
              <a:chOff x="5858866" y="1670703"/>
              <a:chExt cx="952640" cy="633742"/>
            </a:xfrm>
          </p:grpSpPr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8D9182F6-456E-B11F-D7E2-DEE59C72018C}"/>
                  </a:ext>
                </a:extLst>
              </p:cNvPr>
              <p:cNvSpPr/>
              <p:nvPr/>
            </p:nvSpPr>
            <p:spPr>
              <a:xfrm>
                <a:off x="5995649" y="1670703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DDD8E84B-E548-85FE-6A1A-28E220228877}"/>
                  </a:ext>
                </a:extLst>
              </p:cNvPr>
              <p:cNvSpPr txBox="1"/>
              <p:nvPr/>
            </p:nvSpPr>
            <p:spPr>
              <a:xfrm>
                <a:off x="5858866" y="1888754"/>
                <a:ext cx="952640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Used_by_simu</a:t>
                </a:r>
              </a:p>
            </p:txBody>
          </p:sp>
        </p:grp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6610CA1-83C4-3158-4451-94E16E0BAEC9}"/>
                </a:ext>
              </a:extLst>
            </p:cNvPr>
            <p:cNvSpPr/>
            <p:nvPr/>
          </p:nvSpPr>
          <p:spPr>
            <a:xfrm>
              <a:off x="10844770" y="1472659"/>
              <a:ext cx="9698" cy="277262"/>
            </a:xfrm>
            <a:custGeom>
              <a:avLst/>
              <a:gdLst>
                <a:gd name="csX0" fmla="*/ 1 w 9698"/>
                <a:gd name="csY0" fmla="*/ 277263 h 277262"/>
                <a:gd name="csX1" fmla="*/ 1 w 9698"/>
                <a:gd name="csY1" fmla="*/ 1 h 277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98" h="277262">
                  <a:moveTo>
                    <a:pt x="1" y="277263"/>
                  </a:moveTo>
                  <a:lnTo>
                    <a:pt x="1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4" name="Graphic 4">
              <a:extLst>
                <a:ext uri="{FF2B5EF4-FFF2-40B4-BE49-F238E27FC236}">
                  <a16:creationId xmlns:a16="http://schemas.microsoft.com/office/drawing/2014/main" id="{6EC49370-8695-3FE5-F329-FFC1786D0F14}"/>
                </a:ext>
              </a:extLst>
            </p:cNvPr>
            <p:cNvGrpSpPr/>
            <p:nvPr/>
          </p:nvGrpSpPr>
          <p:grpSpPr>
            <a:xfrm>
              <a:off x="10262875" y="1749921"/>
              <a:ext cx="1163788" cy="475306"/>
              <a:chOff x="10262875" y="1749921"/>
              <a:chExt cx="1163788" cy="475306"/>
            </a:xfrm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7A0185AB-EDDE-303F-1B9C-6C0B2428873F}"/>
                  </a:ext>
                </a:extLst>
              </p:cNvPr>
              <p:cNvSpPr/>
              <p:nvPr/>
            </p:nvSpPr>
            <p:spPr>
              <a:xfrm>
                <a:off x="10262875" y="1749921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50F32B1-7352-D57A-2AC0-56845E09EAEF}"/>
                  </a:ext>
                </a:extLst>
              </p:cNvPr>
              <p:cNvSpPr txBox="1"/>
              <p:nvPr/>
            </p:nvSpPr>
            <p:spPr>
              <a:xfrm>
                <a:off x="10441253" y="1880356"/>
                <a:ext cx="797335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Certification</a:t>
                </a:r>
              </a:p>
            </p:txBody>
          </p:sp>
        </p:grp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B4993BE-9CDA-BF22-2FD8-10CC657C7224}"/>
                </a:ext>
              </a:extLst>
            </p:cNvPr>
            <p:cNvSpPr/>
            <p:nvPr/>
          </p:nvSpPr>
          <p:spPr>
            <a:xfrm>
              <a:off x="7353403" y="1274614"/>
              <a:ext cx="969824" cy="396089"/>
            </a:xfrm>
            <a:custGeom>
              <a:avLst/>
              <a:gdLst>
                <a:gd name="csX0" fmla="*/ 969825 w 969824"/>
                <a:gd name="csY0" fmla="*/ 396090 h 396089"/>
                <a:gd name="csX1" fmla="*/ 1 w 969824"/>
                <a:gd name="csY1" fmla="*/ 396090 h 396089"/>
                <a:gd name="csX2" fmla="*/ 1 w 969824"/>
                <a:gd name="csY2" fmla="*/ 1 h 396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69824" h="396089">
                  <a:moveTo>
                    <a:pt x="969825" y="396090"/>
                  </a:moveTo>
                  <a:lnTo>
                    <a:pt x="1" y="396090"/>
                  </a:lnTo>
                  <a:lnTo>
                    <a:pt x="1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86FF9F82-2DDA-5F70-9E72-9F0F52EFB075}"/>
                </a:ext>
              </a:extLst>
            </p:cNvPr>
            <p:cNvSpPr/>
            <p:nvPr/>
          </p:nvSpPr>
          <p:spPr>
            <a:xfrm>
              <a:off x="8323227" y="1274614"/>
              <a:ext cx="9698" cy="396089"/>
            </a:xfrm>
            <a:custGeom>
              <a:avLst/>
              <a:gdLst>
                <a:gd name="csX0" fmla="*/ 1 w 9698"/>
                <a:gd name="csY0" fmla="*/ 396090 h 396089"/>
                <a:gd name="csX1" fmla="*/ 1 w 9698"/>
                <a:gd name="csY1" fmla="*/ 1 h 396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98" h="396089">
                  <a:moveTo>
                    <a:pt x="1" y="396090"/>
                  </a:moveTo>
                  <a:lnTo>
                    <a:pt x="1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A95BFB31-4945-25B8-404E-8B9B536F7667}"/>
                </a:ext>
              </a:extLst>
            </p:cNvPr>
            <p:cNvSpPr/>
            <p:nvPr/>
          </p:nvSpPr>
          <p:spPr>
            <a:xfrm>
              <a:off x="8323227" y="1274614"/>
              <a:ext cx="969824" cy="396089"/>
            </a:xfrm>
            <a:custGeom>
              <a:avLst/>
              <a:gdLst>
                <a:gd name="csX0" fmla="*/ 1 w 969824"/>
                <a:gd name="csY0" fmla="*/ 396090 h 396089"/>
                <a:gd name="csX1" fmla="*/ 969825 w 969824"/>
                <a:gd name="csY1" fmla="*/ 396090 h 396089"/>
                <a:gd name="csX2" fmla="*/ 969825 w 969824"/>
                <a:gd name="csY2" fmla="*/ 1 h 396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69824" h="396089">
                  <a:moveTo>
                    <a:pt x="1" y="396090"/>
                  </a:moveTo>
                  <a:lnTo>
                    <a:pt x="969825" y="396090"/>
                  </a:lnTo>
                  <a:lnTo>
                    <a:pt x="969825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0" name="Graphic 4">
              <a:extLst>
                <a:ext uri="{FF2B5EF4-FFF2-40B4-BE49-F238E27FC236}">
                  <a16:creationId xmlns:a16="http://schemas.microsoft.com/office/drawing/2014/main" id="{AEAA88F1-CF7F-DED4-FE5F-4023BBB9F436}"/>
                </a:ext>
              </a:extLst>
            </p:cNvPr>
            <p:cNvGrpSpPr/>
            <p:nvPr/>
          </p:nvGrpSpPr>
          <p:grpSpPr>
            <a:xfrm>
              <a:off x="7935298" y="1670703"/>
              <a:ext cx="775859" cy="633742"/>
              <a:chOff x="7935298" y="1670703"/>
              <a:chExt cx="775859" cy="633742"/>
            </a:xfrm>
          </p:grpSpPr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AB5DD8CA-56E9-7708-A259-0C123F2CB743}"/>
                  </a:ext>
                </a:extLst>
              </p:cNvPr>
              <p:cNvSpPr/>
              <p:nvPr/>
            </p:nvSpPr>
            <p:spPr>
              <a:xfrm>
                <a:off x="7935298" y="1670703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BC8E80A-A9A4-E499-EB9E-BDB2DBB4DD20}"/>
                  </a:ext>
                </a:extLst>
              </p:cNvPr>
              <p:cNvSpPr txBox="1"/>
              <p:nvPr/>
            </p:nvSpPr>
            <p:spPr>
              <a:xfrm>
                <a:off x="8126304" y="1896675"/>
                <a:ext cx="422229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Hold</a:t>
                </a:r>
              </a:p>
            </p:txBody>
          </p:sp>
        </p:grp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38940EC7-FA57-A932-7DA4-30FC080BC78F}"/>
                </a:ext>
              </a:extLst>
            </p:cNvPr>
            <p:cNvSpPr/>
            <p:nvPr/>
          </p:nvSpPr>
          <p:spPr>
            <a:xfrm>
              <a:off x="8711157" y="1987575"/>
              <a:ext cx="1551718" cy="7921"/>
            </a:xfrm>
            <a:custGeom>
              <a:avLst/>
              <a:gdLst>
                <a:gd name="csX0" fmla="*/ 1551719 w 1551718"/>
                <a:gd name="csY0" fmla="*/ 1 h 7921"/>
                <a:gd name="csX1" fmla="*/ 1 w 1551718"/>
                <a:gd name="csY1" fmla="*/ 1 h 79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51718" h="7921">
                  <a:moveTo>
                    <a:pt x="1551719" y="1"/>
                  </a:moveTo>
                  <a:lnTo>
                    <a:pt x="1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4" name="Graphic 4">
              <a:extLst>
                <a:ext uri="{FF2B5EF4-FFF2-40B4-BE49-F238E27FC236}">
                  <a16:creationId xmlns:a16="http://schemas.microsoft.com/office/drawing/2014/main" id="{A783E6FA-AB95-E969-46A2-2AB834BD3229}"/>
                </a:ext>
              </a:extLst>
            </p:cNvPr>
            <p:cNvGrpSpPr/>
            <p:nvPr/>
          </p:nvGrpSpPr>
          <p:grpSpPr>
            <a:xfrm>
              <a:off x="6965473" y="878525"/>
              <a:ext cx="775859" cy="396089"/>
              <a:chOff x="6965473" y="878525"/>
              <a:chExt cx="775859" cy="396089"/>
            </a:xfrm>
          </p:grpSpPr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2CE76DD1-E227-D899-89CC-BF4352ADBF2E}"/>
                  </a:ext>
                </a:extLst>
              </p:cNvPr>
              <p:cNvSpPr/>
              <p:nvPr/>
            </p:nvSpPr>
            <p:spPr>
              <a:xfrm>
                <a:off x="6965473" y="878525"/>
                <a:ext cx="775859" cy="396089"/>
              </a:xfrm>
              <a:prstGeom prst="ellipse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6A4483C2-5FAB-F290-C2DD-7B5FE440D60F}"/>
                  </a:ext>
                </a:extLst>
              </p:cNvPr>
              <p:cNvSpPr txBox="1"/>
              <p:nvPr/>
            </p:nvSpPr>
            <p:spPr>
              <a:xfrm>
                <a:off x="6993253" y="982114"/>
                <a:ext cx="745794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issue_date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157" name="Graphic 4">
              <a:extLst>
                <a:ext uri="{FF2B5EF4-FFF2-40B4-BE49-F238E27FC236}">
                  <a16:creationId xmlns:a16="http://schemas.microsoft.com/office/drawing/2014/main" id="{B00278F8-80DA-01EB-F2CF-EC4D78858FD1}"/>
                </a:ext>
              </a:extLst>
            </p:cNvPr>
            <p:cNvGrpSpPr/>
            <p:nvPr/>
          </p:nvGrpSpPr>
          <p:grpSpPr>
            <a:xfrm>
              <a:off x="7935298" y="878525"/>
              <a:ext cx="775859" cy="396089"/>
              <a:chOff x="7935298" y="878525"/>
              <a:chExt cx="775859" cy="396089"/>
            </a:xfrm>
          </p:grpSpPr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6B60A88-6E30-4BCA-B866-88B36C61D2C9}"/>
                  </a:ext>
                </a:extLst>
              </p:cNvPr>
              <p:cNvSpPr/>
              <p:nvPr/>
            </p:nvSpPr>
            <p:spPr>
              <a:xfrm>
                <a:off x="7935298" y="878525"/>
                <a:ext cx="775859" cy="396089"/>
              </a:xfrm>
              <a:prstGeom prst="ellipse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CA72610-52D8-DB6E-9E89-FACD5C1DB067}"/>
                  </a:ext>
                </a:extLst>
              </p:cNvPr>
              <p:cNvSpPr txBox="1"/>
              <p:nvPr/>
            </p:nvSpPr>
            <p:spPr>
              <a:xfrm>
                <a:off x="8014976" y="982114"/>
                <a:ext cx="661749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exp_date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160" name="Graphic 4">
              <a:extLst>
                <a:ext uri="{FF2B5EF4-FFF2-40B4-BE49-F238E27FC236}">
                  <a16:creationId xmlns:a16="http://schemas.microsoft.com/office/drawing/2014/main" id="{FC13A370-AE6D-99F9-2264-4276A640965B}"/>
                </a:ext>
              </a:extLst>
            </p:cNvPr>
            <p:cNvGrpSpPr/>
            <p:nvPr/>
          </p:nvGrpSpPr>
          <p:grpSpPr>
            <a:xfrm>
              <a:off x="8905122" y="878525"/>
              <a:ext cx="775859" cy="396089"/>
              <a:chOff x="8905122" y="878525"/>
              <a:chExt cx="775859" cy="396089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DD158945-6774-91CE-BCD3-638D9BB0C48C}"/>
                  </a:ext>
                </a:extLst>
              </p:cNvPr>
              <p:cNvSpPr/>
              <p:nvPr/>
            </p:nvSpPr>
            <p:spPr>
              <a:xfrm>
                <a:off x="8905122" y="878525"/>
                <a:ext cx="775859" cy="396089"/>
              </a:xfrm>
              <a:prstGeom prst="ellipse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BD2EF1D-8A54-8715-758F-7BA81158252E}"/>
                  </a:ext>
                </a:extLst>
              </p:cNvPr>
              <p:cNvSpPr txBox="1"/>
              <p:nvPr/>
            </p:nvSpPr>
            <p:spPr>
              <a:xfrm>
                <a:off x="9019554" y="986073"/>
                <a:ext cx="467462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result</a:t>
                </a:r>
              </a:p>
            </p:txBody>
          </p:sp>
        </p:grpSp>
        <p:grpSp>
          <p:nvGrpSpPr>
            <p:cNvPr id="163" name="Graphic 4">
              <a:extLst>
                <a:ext uri="{FF2B5EF4-FFF2-40B4-BE49-F238E27FC236}">
                  <a16:creationId xmlns:a16="http://schemas.microsoft.com/office/drawing/2014/main" id="{7AEE8D64-3054-E781-4F2F-630C99BED559}"/>
                </a:ext>
              </a:extLst>
            </p:cNvPr>
            <p:cNvGrpSpPr/>
            <p:nvPr/>
          </p:nvGrpSpPr>
          <p:grpSpPr>
            <a:xfrm>
              <a:off x="10456840" y="838916"/>
              <a:ext cx="775859" cy="633742"/>
              <a:chOff x="10456840" y="838916"/>
              <a:chExt cx="775859" cy="633742"/>
            </a:xfrm>
          </p:grpSpPr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87810C17-C22A-A20B-0B5F-A0C8DB0528BE}"/>
                  </a:ext>
                </a:extLst>
              </p:cNvPr>
              <p:cNvSpPr/>
              <p:nvPr/>
            </p:nvSpPr>
            <p:spPr>
              <a:xfrm>
                <a:off x="10456840" y="838916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C642DF5-DCD4-E337-4446-EC25F881710C}"/>
                  </a:ext>
                </a:extLst>
              </p:cNvPr>
              <p:cNvSpPr txBox="1"/>
              <p:nvPr/>
            </p:nvSpPr>
            <p:spPr>
              <a:xfrm>
                <a:off x="10507501" y="1076972"/>
                <a:ext cx="674535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Authorize</a:t>
                </a:r>
              </a:p>
            </p:txBody>
          </p:sp>
        </p:grpSp>
        <p:grpSp>
          <p:nvGrpSpPr>
            <p:cNvPr id="166" name="Graphic 4">
              <a:extLst>
                <a:ext uri="{FF2B5EF4-FFF2-40B4-BE49-F238E27FC236}">
                  <a16:creationId xmlns:a16="http://schemas.microsoft.com/office/drawing/2014/main" id="{5092BC0D-9186-17FF-4752-C6EFE5968968}"/>
                </a:ext>
              </a:extLst>
            </p:cNvPr>
            <p:cNvGrpSpPr/>
            <p:nvPr/>
          </p:nvGrpSpPr>
          <p:grpSpPr>
            <a:xfrm>
              <a:off x="8549681" y="3853154"/>
              <a:ext cx="277854" cy="71296"/>
              <a:chOff x="8549681" y="3853154"/>
              <a:chExt cx="277854" cy="71296"/>
            </a:xfrm>
          </p:grpSpPr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D4E0E668-E55D-25C7-94DE-C9FA82E70A7C}"/>
                  </a:ext>
                </a:extLst>
              </p:cNvPr>
              <p:cNvSpPr/>
              <p:nvPr/>
            </p:nvSpPr>
            <p:spPr>
              <a:xfrm>
                <a:off x="8615144" y="3888802"/>
                <a:ext cx="212391" cy="7921"/>
              </a:xfrm>
              <a:custGeom>
                <a:avLst/>
                <a:gdLst>
                  <a:gd name="csX0" fmla="*/ 212392 w 212391"/>
                  <a:gd name="csY0" fmla="*/ 1 h 7921"/>
                  <a:gd name="csX1" fmla="*/ 1 w 212391"/>
                  <a:gd name="csY1" fmla="*/ 1 h 79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12391" h="7921">
                    <a:moveTo>
                      <a:pt x="212392" y="1"/>
                    </a:moveTo>
                    <a:lnTo>
                      <a:pt x="1" y="1"/>
                    </a:lnTo>
                  </a:path>
                </a:pathLst>
              </a:custGeom>
              <a:noFill/>
              <a:ln w="290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AB643D17-6582-624F-1239-B77C24E6CE00}"/>
                  </a:ext>
                </a:extLst>
              </p:cNvPr>
              <p:cNvSpPr/>
              <p:nvPr/>
            </p:nvSpPr>
            <p:spPr>
              <a:xfrm>
                <a:off x="8549681" y="3853154"/>
                <a:ext cx="87284" cy="71296"/>
              </a:xfrm>
              <a:custGeom>
                <a:avLst/>
                <a:gdLst>
                  <a:gd name="csX0" fmla="*/ 1 w 87284"/>
                  <a:gd name="csY0" fmla="*/ 35649 h 71296"/>
                  <a:gd name="csX1" fmla="*/ 87285 w 87284"/>
                  <a:gd name="csY1" fmla="*/ 1 h 71296"/>
                  <a:gd name="csX2" fmla="*/ 65464 w 87284"/>
                  <a:gd name="csY2" fmla="*/ 35649 h 71296"/>
                  <a:gd name="csX3" fmla="*/ 87285 w 87284"/>
                  <a:gd name="csY3" fmla="*/ 71297 h 71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7284" h="71296">
                    <a:moveTo>
                      <a:pt x="1" y="35649"/>
                    </a:moveTo>
                    <a:lnTo>
                      <a:pt x="87285" y="1"/>
                    </a:lnTo>
                    <a:lnTo>
                      <a:pt x="65464" y="35649"/>
                    </a:lnTo>
                    <a:lnTo>
                      <a:pt x="87285" y="71297"/>
                    </a:lnTo>
                    <a:close/>
                  </a:path>
                </a:pathLst>
              </a:custGeom>
              <a:solidFill>
                <a:srgbClr val="000000"/>
              </a:solidFill>
              <a:ln w="290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9" name="Graphic 4">
              <a:extLst>
                <a:ext uri="{FF2B5EF4-FFF2-40B4-BE49-F238E27FC236}">
                  <a16:creationId xmlns:a16="http://schemas.microsoft.com/office/drawing/2014/main" id="{A0C6B843-5584-A965-916A-3BA7CA45A0D1}"/>
                </a:ext>
              </a:extLst>
            </p:cNvPr>
            <p:cNvGrpSpPr/>
            <p:nvPr/>
          </p:nvGrpSpPr>
          <p:grpSpPr>
            <a:xfrm>
              <a:off x="9375486" y="4126456"/>
              <a:ext cx="67887" cy="387216"/>
              <a:chOff x="9375486" y="4126456"/>
              <a:chExt cx="67887" cy="387216"/>
            </a:xfrm>
          </p:grpSpPr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E7FF9D0B-24D6-17E6-FB49-4DEE9A98E750}"/>
                  </a:ext>
                </a:extLst>
              </p:cNvPr>
              <p:cNvSpPr/>
              <p:nvPr/>
            </p:nvSpPr>
            <p:spPr>
              <a:xfrm>
                <a:off x="9409430" y="4126456"/>
                <a:ext cx="9698" cy="345627"/>
              </a:xfrm>
              <a:custGeom>
                <a:avLst/>
                <a:gdLst>
                  <a:gd name="csX0" fmla="*/ 1 w 9698"/>
                  <a:gd name="csY0" fmla="*/ 1 h 345627"/>
                  <a:gd name="csX1" fmla="*/ 1 w 9698"/>
                  <a:gd name="csY1" fmla="*/ 345628 h 345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698" h="345627">
                    <a:moveTo>
                      <a:pt x="1" y="1"/>
                    </a:moveTo>
                    <a:lnTo>
                      <a:pt x="1" y="345628"/>
                    </a:lnTo>
                  </a:path>
                </a:pathLst>
              </a:custGeom>
              <a:noFill/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08104015-3ECC-C90B-D8A9-01E341BE1BAD}"/>
                  </a:ext>
                </a:extLst>
              </p:cNvPr>
              <p:cNvSpPr/>
              <p:nvPr/>
            </p:nvSpPr>
            <p:spPr>
              <a:xfrm>
                <a:off x="9375486" y="4458220"/>
                <a:ext cx="67887" cy="55452"/>
              </a:xfrm>
              <a:custGeom>
                <a:avLst/>
                <a:gdLst>
                  <a:gd name="csX0" fmla="*/ 33944 w 67887"/>
                  <a:gd name="csY0" fmla="*/ 55453 h 55452"/>
                  <a:gd name="csX1" fmla="*/ 1 w 67887"/>
                  <a:gd name="csY1" fmla="*/ 1 h 55452"/>
                  <a:gd name="csX2" fmla="*/ 33944 w 67887"/>
                  <a:gd name="csY2" fmla="*/ 13864 h 55452"/>
                  <a:gd name="csX3" fmla="*/ 67888 w 67887"/>
                  <a:gd name="csY3" fmla="*/ 1 h 554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887" h="55452">
                    <a:moveTo>
                      <a:pt x="33944" y="55453"/>
                    </a:moveTo>
                    <a:lnTo>
                      <a:pt x="1" y="1"/>
                    </a:lnTo>
                    <a:lnTo>
                      <a:pt x="33944" y="13864"/>
                    </a:lnTo>
                    <a:lnTo>
                      <a:pt x="67888" y="1"/>
                    </a:lnTo>
                    <a:close/>
                  </a:path>
                </a:pathLst>
              </a:custGeom>
              <a:solidFill>
                <a:srgbClr val="000000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2" name="Graphic 4">
              <a:extLst>
                <a:ext uri="{FF2B5EF4-FFF2-40B4-BE49-F238E27FC236}">
                  <a16:creationId xmlns:a16="http://schemas.microsoft.com/office/drawing/2014/main" id="{E42D43B3-4089-F974-0126-B897C670C496}"/>
                </a:ext>
              </a:extLst>
            </p:cNvPr>
            <p:cNvGrpSpPr/>
            <p:nvPr/>
          </p:nvGrpSpPr>
          <p:grpSpPr>
            <a:xfrm>
              <a:off x="8827536" y="3651149"/>
              <a:ext cx="1163788" cy="475306"/>
              <a:chOff x="8827536" y="3651149"/>
              <a:chExt cx="1163788" cy="475306"/>
            </a:xfrm>
          </p:grpSpPr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304B44E8-397D-9E2F-1704-C611DBAE2400}"/>
                  </a:ext>
                </a:extLst>
              </p:cNvPr>
              <p:cNvSpPr/>
              <p:nvPr/>
            </p:nvSpPr>
            <p:spPr>
              <a:xfrm>
                <a:off x="8827536" y="3651149"/>
                <a:ext cx="1163788" cy="475306"/>
              </a:xfrm>
              <a:prstGeom prst="rect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87E4F835-093F-1057-3F28-0AF92FBFF8B5}"/>
                  </a:ext>
                </a:extLst>
              </p:cNvPr>
              <p:cNvSpPr txBox="1"/>
              <p:nvPr/>
            </p:nvSpPr>
            <p:spPr>
              <a:xfrm>
                <a:off x="9002646" y="3781583"/>
                <a:ext cx="803870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Reservation</a:t>
                </a:r>
              </a:p>
            </p:txBody>
          </p:sp>
        </p:grpSp>
        <p:grpSp>
          <p:nvGrpSpPr>
            <p:cNvPr id="175" name="Graphic 4">
              <a:extLst>
                <a:ext uri="{FF2B5EF4-FFF2-40B4-BE49-F238E27FC236}">
                  <a16:creationId xmlns:a16="http://schemas.microsoft.com/office/drawing/2014/main" id="{71A7DFF5-B14C-9E07-A03E-712BC055BBAA}"/>
                </a:ext>
              </a:extLst>
            </p:cNvPr>
            <p:cNvGrpSpPr/>
            <p:nvPr/>
          </p:nvGrpSpPr>
          <p:grpSpPr>
            <a:xfrm>
              <a:off x="7731634" y="3571931"/>
              <a:ext cx="775859" cy="633742"/>
              <a:chOff x="7731634" y="3571931"/>
              <a:chExt cx="775859" cy="633742"/>
            </a:xfrm>
          </p:grpSpPr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51A8675C-0198-9D4B-1FC0-53522F322B68}"/>
                  </a:ext>
                </a:extLst>
              </p:cNvPr>
              <p:cNvSpPr/>
              <p:nvPr/>
            </p:nvSpPr>
            <p:spPr>
              <a:xfrm>
                <a:off x="7731634" y="3571931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906A374B-7787-987E-052C-A77C65B7D4D0}"/>
                  </a:ext>
                </a:extLst>
              </p:cNvPr>
              <p:cNvSpPr txBox="1"/>
              <p:nvPr/>
            </p:nvSpPr>
            <p:spPr>
              <a:xfrm>
                <a:off x="7793643" y="3837036"/>
                <a:ext cx="642144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Made By</a:t>
                </a:r>
              </a:p>
            </p:txBody>
          </p:sp>
        </p:grpSp>
        <p:grpSp>
          <p:nvGrpSpPr>
            <p:cNvPr id="178" name="Graphic 4">
              <a:extLst>
                <a:ext uri="{FF2B5EF4-FFF2-40B4-BE49-F238E27FC236}">
                  <a16:creationId xmlns:a16="http://schemas.microsoft.com/office/drawing/2014/main" id="{3FFC7022-ACBF-895D-A83D-15AE8107D309}"/>
                </a:ext>
              </a:extLst>
            </p:cNvPr>
            <p:cNvGrpSpPr/>
            <p:nvPr/>
          </p:nvGrpSpPr>
          <p:grpSpPr>
            <a:xfrm>
              <a:off x="9021501" y="4522545"/>
              <a:ext cx="775859" cy="633742"/>
              <a:chOff x="9021501" y="4522545"/>
              <a:chExt cx="775859" cy="633742"/>
            </a:xfrm>
          </p:grpSpPr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ABC24C7-AD31-322E-881E-3EE64BAE6A93}"/>
                  </a:ext>
                </a:extLst>
              </p:cNvPr>
              <p:cNvSpPr/>
              <p:nvPr/>
            </p:nvSpPr>
            <p:spPr>
              <a:xfrm>
                <a:off x="9021501" y="4522545"/>
                <a:ext cx="775859" cy="633742"/>
              </a:xfrm>
              <a:custGeom>
                <a:avLst/>
                <a:gdLst>
                  <a:gd name="csX0" fmla="*/ 387930 w 775859"/>
                  <a:gd name="csY0" fmla="*/ 1 h 633742"/>
                  <a:gd name="csX1" fmla="*/ 775860 w 775859"/>
                  <a:gd name="csY1" fmla="*/ 316872 h 633742"/>
                  <a:gd name="csX2" fmla="*/ 387930 w 775859"/>
                  <a:gd name="csY2" fmla="*/ 633743 h 633742"/>
                  <a:gd name="csX3" fmla="*/ 1 w 775859"/>
                  <a:gd name="csY3" fmla="*/ 316872 h 633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5859" h="633742">
                    <a:moveTo>
                      <a:pt x="387930" y="1"/>
                    </a:moveTo>
                    <a:lnTo>
                      <a:pt x="775860" y="316872"/>
                    </a:lnTo>
                    <a:lnTo>
                      <a:pt x="387930" y="633743"/>
                    </a:lnTo>
                    <a:lnTo>
                      <a:pt x="1" y="316872"/>
                    </a:lnTo>
                    <a:close/>
                  </a:path>
                </a:pathLst>
              </a:cu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245CA9A8-5437-8C6E-C228-B0334279B3EA}"/>
                  </a:ext>
                </a:extLst>
              </p:cNvPr>
              <p:cNvSpPr txBox="1"/>
              <p:nvPr/>
            </p:nvSpPr>
            <p:spPr>
              <a:xfrm>
                <a:off x="9073763" y="4787650"/>
                <a:ext cx="661635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Assigned</a:t>
                </a:r>
              </a:p>
            </p:txBody>
          </p:sp>
        </p:grp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A4AA9ABE-22CF-CF41-0BD7-80CC9C0EE09B}"/>
                </a:ext>
              </a:extLst>
            </p:cNvPr>
            <p:cNvSpPr/>
            <p:nvPr/>
          </p:nvSpPr>
          <p:spPr>
            <a:xfrm>
              <a:off x="8565683" y="4839416"/>
              <a:ext cx="436420" cy="7921"/>
            </a:xfrm>
            <a:custGeom>
              <a:avLst/>
              <a:gdLst>
                <a:gd name="csX0" fmla="*/ 1 w 436420"/>
                <a:gd name="csY0" fmla="*/ 1 h 7921"/>
                <a:gd name="csX1" fmla="*/ 436421 w 436420"/>
                <a:gd name="csY1" fmla="*/ 1 h 79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6420" h="7921">
                  <a:moveTo>
                    <a:pt x="1" y="1"/>
                  </a:moveTo>
                  <a:lnTo>
                    <a:pt x="436421" y="1"/>
                  </a:lnTo>
                </a:path>
              </a:pathLst>
            </a:custGeom>
            <a:noFill/>
            <a:ln w="96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2" name="Graphic 4">
              <a:extLst>
                <a:ext uri="{FF2B5EF4-FFF2-40B4-BE49-F238E27FC236}">
                  <a16:creationId xmlns:a16="http://schemas.microsoft.com/office/drawing/2014/main" id="{F1363495-CFD9-540D-92DF-EA19AFFB497B}"/>
                </a:ext>
              </a:extLst>
            </p:cNvPr>
            <p:cNvGrpSpPr/>
            <p:nvPr/>
          </p:nvGrpSpPr>
          <p:grpSpPr>
            <a:xfrm>
              <a:off x="7644350" y="4641372"/>
              <a:ext cx="979524" cy="396089"/>
              <a:chOff x="7644350" y="4641372"/>
              <a:chExt cx="979524" cy="396089"/>
            </a:xfrm>
          </p:grpSpPr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395F3DF3-7694-F4DC-3E56-9B23DCA7DA9A}"/>
                  </a:ext>
                </a:extLst>
              </p:cNvPr>
              <p:cNvSpPr/>
              <p:nvPr/>
            </p:nvSpPr>
            <p:spPr>
              <a:xfrm>
                <a:off x="7644350" y="4641372"/>
                <a:ext cx="921332" cy="396089"/>
              </a:xfrm>
              <a:prstGeom prst="ellipse">
                <a:avLst/>
              </a:prstGeom>
              <a:solidFill>
                <a:srgbClr val="FFFFFF"/>
              </a:solidFill>
              <a:ln w="969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E613B4E8-B49C-BB1B-D8E4-2B2628929F11}"/>
                  </a:ext>
                </a:extLst>
              </p:cNvPr>
              <p:cNvSpPr txBox="1"/>
              <p:nvPr/>
            </p:nvSpPr>
            <p:spPr>
              <a:xfrm>
                <a:off x="7654050" y="4731921"/>
                <a:ext cx="96982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who_approved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185" name="Graphic 4">
              <a:extLst>
                <a:ext uri="{FF2B5EF4-FFF2-40B4-BE49-F238E27FC236}">
                  <a16:creationId xmlns:a16="http://schemas.microsoft.com/office/drawing/2014/main" id="{33F55741-F3BE-591F-9301-29B30D09D5E8}"/>
                </a:ext>
              </a:extLst>
            </p:cNvPr>
            <p:cNvGrpSpPr/>
            <p:nvPr/>
          </p:nvGrpSpPr>
          <p:grpSpPr>
            <a:xfrm>
              <a:off x="2790380" y="9034000"/>
              <a:ext cx="1066806" cy="237653"/>
              <a:chOff x="2790380" y="9034000"/>
              <a:chExt cx="1066806" cy="237653"/>
            </a:xfrm>
          </p:grpSpPr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CB8BC270-0D09-FCD6-4B1D-5FC85B3F1EB5}"/>
                  </a:ext>
                </a:extLst>
              </p:cNvPr>
              <p:cNvSpPr/>
              <p:nvPr/>
            </p:nvSpPr>
            <p:spPr>
              <a:xfrm>
                <a:off x="2790380" y="9034000"/>
                <a:ext cx="1066806" cy="237653"/>
              </a:xfrm>
              <a:prstGeom prst="rect">
                <a:avLst/>
              </a:prstGeom>
              <a:noFill/>
              <a:ln w="969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6ADB159D-EABF-0AF1-3177-0CFED14785A9}"/>
                  </a:ext>
                </a:extLst>
              </p:cNvPr>
              <p:cNvSpPr txBox="1"/>
              <p:nvPr/>
            </p:nvSpPr>
            <p:spPr>
              <a:xfrm>
                <a:off x="2795752" y="9049568"/>
                <a:ext cx="1056062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Requires Faculty</a:t>
                </a:r>
              </a:p>
            </p:txBody>
          </p:sp>
        </p:grpSp>
        <p:grpSp>
          <p:nvGrpSpPr>
            <p:cNvPr id="188" name="Graphic 4">
              <a:extLst>
                <a:ext uri="{FF2B5EF4-FFF2-40B4-BE49-F238E27FC236}">
                  <a16:creationId xmlns:a16="http://schemas.microsoft.com/office/drawing/2014/main" id="{08C0122E-C0FA-1EBE-B2B2-449195FD1E23}"/>
                </a:ext>
              </a:extLst>
            </p:cNvPr>
            <p:cNvGrpSpPr/>
            <p:nvPr/>
          </p:nvGrpSpPr>
          <p:grpSpPr>
            <a:xfrm>
              <a:off x="7930448" y="5706851"/>
              <a:ext cx="581894" cy="237653"/>
              <a:chOff x="7930448" y="5706851"/>
              <a:chExt cx="581894" cy="237653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0D88BCB6-79AD-F3B3-FDE8-92A369A17C85}"/>
                  </a:ext>
                </a:extLst>
              </p:cNvPr>
              <p:cNvSpPr/>
              <p:nvPr/>
            </p:nvSpPr>
            <p:spPr>
              <a:xfrm>
                <a:off x="7930448" y="5706851"/>
                <a:ext cx="581894" cy="237653"/>
              </a:xfrm>
              <a:prstGeom prst="rect">
                <a:avLst/>
              </a:prstGeom>
              <a:noFill/>
              <a:ln w="969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C6651346-2509-F652-D8A7-742CEE4D5722}"/>
                  </a:ext>
                </a:extLst>
              </p:cNvPr>
              <p:cNvSpPr txBox="1"/>
              <p:nvPr/>
            </p:nvSpPr>
            <p:spPr>
              <a:xfrm>
                <a:off x="7864750" y="5722420"/>
                <a:ext cx="713290" cy="197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Approvers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8667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4">
            <a:extLst>
              <a:ext uri="{FF2B5EF4-FFF2-40B4-BE49-F238E27FC236}">
                <a16:creationId xmlns:a16="http://schemas.microsoft.com/office/drawing/2014/main" id="{8F57B284-E2FB-B3FB-13A0-26A4D8D8CAAA}"/>
              </a:ext>
            </a:extLst>
          </p:cNvPr>
          <p:cNvGrpSpPr/>
          <p:nvPr/>
        </p:nvGrpSpPr>
        <p:grpSpPr>
          <a:xfrm>
            <a:off x="1672340" y="189308"/>
            <a:ext cx="9517722" cy="9247659"/>
            <a:chOff x="1672340" y="189308"/>
            <a:chExt cx="9517722" cy="924765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F1DB22-1A1A-D453-00CF-5536BDB7BD4F}"/>
                </a:ext>
              </a:extLst>
            </p:cNvPr>
            <p:cNvSpPr/>
            <p:nvPr/>
          </p:nvSpPr>
          <p:spPr>
            <a:xfrm>
              <a:off x="5164590" y="189308"/>
              <a:ext cx="1496522" cy="2366404"/>
            </a:xfrm>
            <a:prstGeom prst="rect">
              <a:avLst/>
            </a:prstGeom>
            <a:noFill/>
            <a:ln w="7876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F682540-EFD7-0971-68E5-17C048BB7F4C}"/>
                </a:ext>
              </a:extLst>
            </p:cNvPr>
            <p:cNvSpPr/>
            <p:nvPr/>
          </p:nvSpPr>
          <p:spPr>
            <a:xfrm>
              <a:off x="5912851" y="5140075"/>
              <a:ext cx="7876" cy="1619118"/>
            </a:xfrm>
            <a:custGeom>
              <a:avLst/>
              <a:gdLst>
                <a:gd name="csX0" fmla="*/ 1 w 7876"/>
                <a:gd name="csY0" fmla="*/ 1 h 1619118"/>
                <a:gd name="csX1" fmla="*/ 1 w 7876"/>
                <a:gd name="csY1" fmla="*/ 1619119 h 16191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76" h="1619118">
                  <a:moveTo>
                    <a:pt x="1" y="1"/>
                  </a:moveTo>
                  <a:lnTo>
                    <a:pt x="1" y="1619119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EC53CEE-4312-FDBB-367E-D9B36070CFBA}"/>
                </a:ext>
              </a:extLst>
            </p:cNvPr>
            <p:cNvSpPr/>
            <p:nvPr/>
          </p:nvSpPr>
          <p:spPr>
            <a:xfrm>
              <a:off x="5912851" y="3707778"/>
              <a:ext cx="7876" cy="1058654"/>
            </a:xfrm>
            <a:custGeom>
              <a:avLst/>
              <a:gdLst>
                <a:gd name="csX0" fmla="*/ 1 w 7876"/>
                <a:gd name="csY0" fmla="*/ 1058655 h 1058654"/>
                <a:gd name="csX1" fmla="*/ 1 w 7876"/>
                <a:gd name="csY1" fmla="*/ 1 h 10586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76" h="1058654">
                  <a:moveTo>
                    <a:pt x="1" y="1058655"/>
                  </a:moveTo>
                  <a:lnTo>
                    <a:pt x="1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5B2FCBF-67C3-A267-608B-0D2BF3199DF8}"/>
                </a:ext>
              </a:extLst>
            </p:cNvPr>
            <p:cNvSpPr/>
            <p:nvPr/>
          </p:nvSpPr>
          <p:spPr>
            <a:xfrm>
              <a:off x="6385437" y="3458683"/>
              <a:ext cx="787643" cy="1307749"/>
            </a:xfrm>
            <a:custGeom>
              <a:avLst/>
              <a:gdLst>
                <a:gd name="csX0" fmla="*/ 1 w 787643"/>
                <a:gd name="csY0" fmla="*/ 1307750 h 1307749"/>
                <a:gd name="csX1" fmla="*/ 1 w 787643"/>
                <a:gd name="csY1" fmla="*/ 1 h 1307749"/>
                <a:gd name="csX2" fmla="*/ 787644 w 787643"/>
                <a:gd name="csY2" fmla="*/ 1 h 13077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87643" h="1307749">
                  <a:moveTo>
                    <a:pt x="1" y="1307750"/>
                  </a:moveTo>
                  <a:lnTo>
                    <a:pt x="1" y="1"/>
                  </a:lnTo>
                  <a:lnTo>
                    <a:pt x="787644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86FC175-F049-1B41-FF46-A2629DD18B06}"/>
                </a:ext>
              </a:extLst>
            </p:cNvPr>
            <p:cNvSpPr/>
            <p:nvPr/>
          </p:nvSpPr>
          <p:spPr>
            <a:xfrm>
              <a:off x="6385437" y="4953254"/>
              <a:ext cx="622238" cy="6227"/>
            </a:xfrm>
            <a:custGeom>
              <a:avLst/>
              <a:gdLst>
                <a:gd name="csX0" fmla="*/ 1 w 622238"/>
                <a:gd name="csY0" fmla="*/ 1 h 6227"/>
                <a:gd name="csX1" fmla="*/ 622239 w 622238"/>
                <a:gd name="csY1" fmla="*/ 1 h 6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22238" h="6227">
                  <a:moveTo>
                    <a:pt x="1" y="1"/>
                  </a:moveTo>
                  <a:lnTo>
                    <a:pt x="622239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aphic 4">
              <a:extLst>
                <a:ext uri="{FF2B5EF4-FFF2-40B4-BE49-F238E27FC236}">
                  <a16:creationId xmlns:a16="http://schemas.microsoft.com/office/drawing/2014/main" id="{0CC8A8A2-C9BA-B2B2-DC03-55909CAB1231}"/>
                </a:ext>
              </a:extLst>
            </p:cNvPr>
            <p:cNvGrpSpPr/>
            <p:nvPr/>
          </p:nvGrpSpPr>
          <p:grpSpPr>
            <a:xfrm>
              <a:off x="5440265" y="4766433"/>
              <a:ext cx="945172" cy="373642"/>
              <a:chOff x="5440265" y="4766433"/>
              <a:chExt cx="945172" cy="37364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E7D8BBC-2A4D-58E1-910F-CC1B3ECBADC0}"/>
                  </a:ext>
                </a:extLst>
              </p:cNvPr>
              <p:cNvSpPr/>
              <p:nvPr/>
            </p:nvSpPr>
            <p:spPr>
              <a:xfrm>
                <a:off x="5440265" y="4766433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B8B1A9-55FC-B3AA-8F9E-DE0D7DEEAB0F}"/>
                  </a:ext>
                </a:extLst>
              </p:cNvPr>
              <p:cNvSpPr txBox="1"/>
              <p:nvPr/>
            </p:nvSpPr>
            <p:spPr>
              <a:xfrm>
                <a:off x="5670887" y="4857944"/>
                <a:ext cx="482353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Person</a:t>
                </a:r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8FAF58F-3272-146D-8FCD-488F1049420F}"/>
                </a:ext>
              </a:extLst>
            </p:cNvPr>
            <p:cNvSpPr/>
            <p:nvPr/>
          </p:nvSpPr>
          <p:spPr>
            <a:xfrm>
              <a:off x="5912851" y="7132837"/>
              <a:ext cx="315057" cy="186821"/>
            </a:xfrm>
            <a:custGeom>
              <a:avLst/>
              <a:gdLst>
                <a:gd name="csX0" fmla="*/ 1 w 315057"/>
                <a:gd name="csY0" fmla="*/ 1 h 186821"/>
                <a:gd name="csX1" fmla="*/ 315058 w 315057"/>
                <a:gd name="csY1" fmla="*/ 1 h 186821"/>
                <a:gd name="csX2" fmla="*/ 315058 w 315057"/>
                <a:gd name="csY2" fmla="*/ 186822 h 186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15057" h="186821">
                  <a:moveTo>
                    <a:pt x="1" y="1"/>
                  </a:moveTo>
                  <a:lnTo>
                    <a:pt x="315058" y="1"/>
                  </a:lnTo>
                  <a:lnTo>
                    <a:pt x="315058" y="186822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0F0017A-F4E0-375A-4A4F-AED9658D78D6}"/>
                </a:ext>
              </a:extLst>
            </p:cNvPr>
            <p:cNvSpPr/>
            <p:nvPr/>
          </p:nvSpPr>
          <p:spPr>
            <a:xfrm>
              <a:off x="5597794" y="7132837"/>
              <a:ext cx="315057" cy="186821"/>
            </a:xfrm>
            <a:custGeom>
              <a:avLst/>
              <a:gdLst>
                <a:gd name="csX0" fmla="*/ 315058 w 315057"/>
                <a:gd name="csY0" fmla="*/ 1 h 186821"/>
                <a:gd name="csX1" fmla="*/ 1 w 315057"/>
                <a:gd name="csY1" fmla="*/ 1 h 186821"/>
                <a:gd name="csX2" fmla="*/ 1 w 315057"/>
                <a:gd name="csY2" fmla="*/ 186822 h 186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15057" h="186821">
                  <a:moveTo>
                    <a:pt x="315058" y="1"/>
                  </a:moveTo>
                  <a:lnTo>
                    <a:pt x="1" y="1"/>
                  </a:lnTo>
                  <a:lnTo>
                    <a:pt x="1" y="186822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aphic 4">
              <a:extLst>
                <a:ext uri="{FF2B5EF4-FFF2-40B4-BE49-F238E27FC236}">
                  <a16:creationId xmlns:a16="http://schemas.microsoft.com/office/drawing/2014/main" id="{CBCAF33C-6E01-A9B1-120F-72D3F9B92A88}"/>
                </a:ext>
              </a:extLst>
            </p:cNvPr>
            <p:cNvGrpSpPr/>
            <p:nvPr/>
          </p:nvGrpSpPr>
          <p:grpSpPr>
            <a:xfrm>
              <a:off x="5663756" y="6709722"/>
              <a:ext cx="498190" cy="485389"/>
              <a:chOff x="5663756" y="6709722"/>
              <a:chExt cx="498190" cy="485389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4BFA30F-8088-87B6-123A-9CC11DBB3C19}"/>
                  </a:ext>
                </a:extLst>
              </p:cNvPr>
              <p:cNvSpPr/>
              <p:nvPr/>
            </p:nvSpPr>
            <p:spPr>
              <a:xfrm rot="-5400000">
                <a:off x="5676558" y="6696920"/>
                <a:ext cx="472585" cy="498190"/>
              </a:xfrm>
              <a:custGeom>
                <a:avLst/>
                <a:gdLst>
                  <a:gd name="csX0" fmla="*/ 0 w 472585"/>
                  <a:gd name="csY0" fmla="*/ 1 h 498190"/>
                  <a:gd name="csX1" fmla="*/ 472586 w 472585"/>
                  <a:gd name="csY1" fmla="*/ 249096 h 498190"/>
                  <a:gd name="csX2" fmla="*/ 0 w 472585"/>
                  <a:gd name="csY2" fmla="*/ 498191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72585" h="498190">
                    <a:moveTo>
                      <a:pt x="0" y="1"/>
                    </a:moveTo>
                    <a:lnTo>
                      <a:pt x="472586" y="249096"/>
                    </a:lnTo>
                    <a:lnTo>
                      <a:pt x="0" y="498191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68F01F-9BA6-7519-1918-C06AAB25F3BC}"/>
                  </a:ext>
                </a:extLst>
              </p:cNvPr>
              <p:cNvSpPr txBox="1"/>
              <p:nvPr/>
            </p:nvSpPr>
            <p:spPr>
              <a:xfrm rot="16200000">
                <a:off x="5719967" y="6940036"/>
                <a:ext cx="335224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8E8CD68-C8C4-7E77-831B-88F164154E0E}"/>
                </a:ext>
              </a:extLst>
            </p:cNvPr>
            <p:cNvSpPr/>
            <p:nvPr/>
          </p:nvSpPr>
          <p:spPr>
            <a:xfrm>
              <a:off x="6700495" y="7693301"/>
              <a:ext cx="7876" cy="186821"/>
            </a:xfrm>
            <a:custGeom>
              <a:avLst/>
              <a:gdLst>
                <a:gd name="csX0" fmla="*/ 1 w 7876"/>
                <a:gd name="csY0" fmla="*/ 1 h 186821"/>
                <a:gd name="csX1" fmla="*/ 1 w 7876"/>
                <a:gd name="csY1" fmla="*/ 186822 h 186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76" h="186821">
                  <a:moveTo>
                    <a:pt x="1" y="1"/>
                  </a:moveTo>
                  <a:lnTo>
                    <a:pt x="1" y="186822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DA4569A-2004-C153-5BE1-FFE6AEAA57C5}"/>
                </a:ext>
              </a:extLst>
            </p:cNvPr>
            <p:cNvSpPr/>
            <p:nvPr/>
          </p:nvSpPr>
          <p:spPr>
            <a:xfrm>
              <a:off x="7173081" y="7195111"/>
              <a:ext cx="866407" cy="124547"/>
            </a:xfrm>
            <a:custGeom>
              <a:avLst/>
              <a:gdLst>
                <a:gd name="csX0" fmla="*/ 1 w 866407"/>
                <a:gd name="csY0" fmla="*/ 124548 h 124547"/>
                <a:gd name="csX1" fmla="*/ 1 w 866407"/>
                <a:gd name="csY1" fmla="*/ 1 h 124547"/>
                <a:gd name="csX2" fmla="*/ 866408 w 866407"/>
                <a:gd name="csY2" fmla="*/ 1 h 124547"/>
                <a:gd name="csX3" fmla="*/ 866408 w 866407"/>
                <a:gd name="csY3" fmla="*/ 49820 h 124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66407" h="124547">
                  <a:moveTo>
                    <a:pt x="1" y="124548"/>
                  </a:moveTo>
                  <a:lnTo>
                    <a:pt x="1" y="1"/>
                  </a:lnTo>
                  <a:lnTo>
                    <a:pt x="866408" y="1"/>
                  </a:lnTo>
                  <a:lnTo>
                    <a:pt x="866408" y="49820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489D24D5-AD42-7E39-787B-D1B0A0440BBF}"/>
                </a:ext>
              </a:extLst>
            </p:cNvPr>
            <p:cNvGrpSpPr/>
            <p:nvPr/>
          </p:nvGrpSpPr>
          <p:grpSpPr>
            <a:xfrm>
              <a:off x="7173081" y="7693301"/>
              <a:ext cx="901851" cy="186821"/>
              <a:chOff x="7173081" y="7693301"/>
              <a:chExt cx="901851" cy="186821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C0A0098-D7E4-6892-878B-C79D59BF3D68}"/>
                  </a:ext>
                </a:extLst>
              </p:cNvPr>
              <p:cNvSpPr/>
              <p:nvPr/>
            </p:nvSpPr>
            <p:spPr>
              <a:xfrm>
                <a:off x="7173081" y="7693301"/>
                <a:ext cx="866407" cy="186821"/>
              </a:xfrm>
              <a:custGeom>
                <a:avLst/>
                <a:gdLst>
                  <a:gd name="csX0" fmla="*/ 1 w 866407"/>
                  <a:gd name="csY0" fmla="*/ 1 h 186821"/>
                  <a:gd name="csX1" fmla="*/ 1 w 866407"/>
                  <a:gd name="csY1" fmla="*/ 186822 h 186821"/>
                  <a:gd name="csX2" fmla="*/ 866408 w 866407"/>
                  <a:gd name="csY2" fmla="*/ 186822 h 186821"/>
                  <a:gd name="csX3" fmla="*/ 866408 w 866407"/>
                  <a:gd name="csY3" fmla="*/ 125171 h 1868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66407" h="186821">
                    <a:moveTo>
                      <a:pt x="1" y="1"/>
                    </a:moveTo>
                    <a:lnTo>
                      <a:pt x="1" y="186822"/>
                    </a:lnTo>
                    <a:lnTo>
                      <a:pt x="866408" y="186822"/>
                    </a:lnTo>
                    <a:lnTo>
                      <a:pt x="866408" y="125171"/>
                    </a:lnTo>
                  </a:path>
                </a:pathLst>
              </a:custGeom>
              <a:noFill/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3D00B6EE-979A-76DA-DCE5-DA50C3176DFC}"/>
                  </a:ext>
                </a:extLst>
              </p:cNvPr>
              <p:cNvSpPr/>
              <p:nvPr/>
            </p:nvSpPr>
            <p:spPr>
              <a:xfrm>
                <a:off x="8004045" y="7776436"/>
                <a:ext cx="70887" cy="56046"/>
              </a:xfrm>
              <a:custGeom>
                <a:avLst/>
                <a:gdLst>
                  <a:gd name="csX0" fmla="*/ 35444 w 70887"/>
                  <a:gd name="csY0" fmla="*/ 1 h 56046"/>
                  <a:gd name="csX1" fmla="*/ 70888 w 70887"/>
                  <a:gd name="csY1" fmla="*/ 56047 h 56046"/>
                  <a:gd name="csX2" fmla="*/ 35444 w 70887"/>
                  <a:gd name="csY2" fmla="*/ 42035 h 56046"/>
                  <a:gd name="csX3" fmla="*/ 1 w 70887"/>
                  <a:gd name="csY3" fmla="*/ 56047 h 560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0887" h="56046">
                    <a:moveTo>
                      <a:pt x="35444" y="1"/>
                    </a:moveTo>
                    <a:lnTo>
                      <a:pt x="70888" y="56047"/>
                    </a:lnTo>
                    <a:lnTo>
                      <a:pt x="35444" y="42035"/>
                    </a:lnTo>
                    <a:lnTo>
                      <a:pt x="1" y="56047"/>
                    </a:lnTo>
                    <a:close/>
                  </a:path>
                </a:pathLst>
              </a:custGeom>
              <a:solidFill>
                <a:srgbClr val="000000"/>
              </a:solidFill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75DE211-6FBE-91AD-8FAF-371D9E5D5447}"/>
                </a:ext>
              </a:extLst>
            </p:cNvPr>
            <p:cNvSpPr/>
            <p:nvPr/>
          </p:nvSpPr>
          <p:spPr>
            <a:xfrm>
              <a:off x="6700495" y="5949635"/>
              <a:ext cx="1669804" cy="1370023"/>
            </a:xfrm>
            <a:custGeom>
              <a:avLst/>
              <a:gdLst>
                <a:gd name="csX0" fmla="*/ 1 w 1669804"/>
                <a:gd name="csY0" fmla="*/ 1370024 h 1370023"/>
                <a:gd name="csX1" fmla="*/ 1 w 1669804"/>
                <a:gd name="csY1" fmla="*/ 685012 h 1370023"/>
                <a:gd name="csX2" fmla="*/ 1669805 w 1669804"/>
                <a:gd name="csY2" fmla="*/ 685012 h 1370023"/>
                <a:gd name="csX3" fmla="*/ 1669805 w 1669804"/>
                <a:gd name="csY3" fmla="*/ 1 h 1370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69804" h="1370023">
                  <a:moveTo>
                    <a:pt x="1" y="1370024"/>
                  </a:moveTo>
                  <a:lnTo>
                    <a:pt x="1" y="685012"/>
                  </a:lnTo>
                  <a:lnTo>
                    <a:pt x="1669805" y="685012"/>
                  </a:lnTo>
                  <a:lnTo>
                    <a:pt x="1669805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" name="Graphic 4">
              <a:extLst>
                <a:ext uri="{FF2B5EF4-FFF2-40B4-BE49-F238E27FC236}">
                  <a16:creationId xmlns:a16="http://schemas.microsoft.com/office/drawing/2014/main" id="{D9685E6F-A84D-2105-E92F-F03350B414FB}"/>
                </a:ext>
              </a:extLst>
            </p:cNvPr>
            <p:cNvGrpSpPr/>
            <p:nvPr/>
          </p:nvGrpSpPr>
          <p:grpSpPr>
            <a:xfrm>
              <a:off x="6227909" y="7319658"/>
              <a:ext cx="945172" cy="373642"/>
              <a:chOff x="6227909" y="7319658"/>
              <a:chExt cx="945172" cy="37364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F921F1D-8207-3C90-541D-3801B9E0C44A}"/>
                  </a:ext>
                </a:extLst>
              </p:cNvPr>
              <p:cNvSpPr/>
              <p:nvPr/>
            </p:nvSpPr>
            <p:spPr>
              <a:xfrm>
                <a:off x="6227909" y="7319658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890708F-A438-0F74-2AC8-A7D609CFF0EA}"/>
                  </a:ext>
                </a:extLst>
              </p:cNvPr>
              <p:cNvSpPr txBox="1"/>
              <p:nvPr/>
            </p:nvSpPr>
            <p:spPr>
              <a:xfrm>
                <a:off x="6398119" y="7411169"/>
                <a:ext cx="603177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4198921-FB5C-E2FF-2EB5-73AD77943303}"/>
                </a:ext>
              </a:extLst>
            </p:cNvPr>
            <p:cNvSpPr/>
            <p:nvPr/>
          </p:nvSpPr>
          <p:spPr>
            <a:xfrm>
              <a:off x="4337564" y="7506480"/>
              <a:ext cx="315057" cy="6227"/>
            </a:xfrm>
            <a:custGeom>
              <a:avLst/>
              <a:gdLst>
                <a:gd name="csX0" fmla="*/ 315058 w 315057"/>
                <a:gd name="csY0" fmla="*/ 1 h 6227"/>
                <a:gd name="csX1" fmla="*/ 1 w 315057"/>
                <a:gd name="csY1" fmla="*/ 1 h 6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15057" h="6227">
                  <a:moveTo>
                    <a:pt x="315058" y="1"/>
                  </a:moveTo>
                  <a:lnTo>
                    <a:pt x="1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E9D563C-717C-F693-42B0-F0DB84B880B4}"/>
                </a:ext>
              </a:extLst>
            </p:cNvPr>
            <p:cNvSpPr/>
            <p:nvPr/>
          </p:nvSpPr>
          <p:spPr>
            <a:xfrm>
              <a:off x="4652622" y="7693301"/>
              <a:ext cx="7876" cy="249095"/>
            </a:xfrm>
            <a:custGeom>
              <a:avLst/>
              <a:gdLst>
                <a:gd name="csX0" fmla="*/ 1 w 7876"/>
                <a:gd name="csY0" fmla="*/ 1 h 249095"/>
                <a:gd name="csX1" fmla="*/ 1 w 7876"/>
                <a:gd name="csY1" fmla="*/ 249096 h 2490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76" h="249095">
                  <a:moveTo>
                    <a:pt x="1" y="1"/>
                  </a:moveTo>
                  <a:lnTo>
                    <a:pt x="1" y="249096"/>
                  </a:lnTo>
                </a:path>
              </a:pathLst>
            </a:custGeom>
            <a:noFill/>
            <a:ln w="2362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E42829B-B646-82BD-5677-4BD1AF592DAA}"/>
                </a:ext>
              </a:extLst>
            </p:cNvPr>
            <p:cNvSpPr/>
            <p:nvPr/>
          </p:nvSpPr>
          <p:spPr>
            <a:xfrm>
              <a:off x="4337564" y="7506480"/>
              <a:ext cx="315057" cy="6227"/>
            </a:xfrm>
            <a:custGeom>
              <a:avLst/>
              <a:gdLst>
                <a:gd name="csX0" fmla="*/ 315058 w 315057"/>
                <a:gd name="csY0" fmla="*/ 1 h 6227"/>
                <a:gd name="csX1" fmla="*/ 1 w 315057"/>
                <a:gd name="csY1" fmla="*/ 1 h 6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15057" h="6227">
                  <a:moveTo>
                    <a:pt x="315058" y="1"/>
                  </a:moveTo>
                  <a:lnTo>
                    <a:pt x="1" y="1"/>
                  </a:lnTo>
                </a:path>
              </a:pathLst>
            </a:custGeom>
            <a:noFill/>
            <a:ln w="2362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" name="Graphic 4">
              <a:extLst>
                <a:ext uri="{FF2B5EF4-FFF2-40B4-BE49-F238E27FC236}">
                  <a16:creationId xmlns:a16="http://schemas.microsoft.com/office/drawing/2014/main" id="{22BDEB79-51FE-9DBC-8EA8-DC684013EF37}"/>
                </a:ext>
              </a:extLst>
            </p:cNvPr>
            <p:cNvGrpSpPr/>
            <p:nvPr/>
          </p:nvGrpSpPr>
          <p:grpSpPr>
            <a:xfrm>
              <a:off x="4652622" y="7319658"/>
              <a:ext cx="945172" cy="373642"/>
              <a:chOff x="4652622" y="7319658"/>
              <a:chExt cx="945172" cy="373642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39D8727-EA3B-3FDF-2D57-8C34503A93BB}"/>
                  </a:ext>
                </a:extLst>
              </p:cNvPr>
              <p:cNvSpPr/>
              <p:nvPr/>
            </p:nvSpPr>
            <p:spPr>
              <a:xfrm>
                <a:off x="4652622" y="7319658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6981E85-9E3E-54F3-8C7E-A60D5C50A8E1}"/>
                  </a:ext>
                </a:extLst>
              </p:cNvPr>
              <p:cNvSpPr txBox="1"/>
              <p:nvPr/>
            </p:nvSpPr>
            <p:spPr>
              <a:xfrm>
                <a:off x="4870067" y="7411169"/>
                <a:ext cx="508705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Student</a:t>
                </a:r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AAE671D-39A0-CEC7-8B36-AA1DC6DF63AE}"/>
                </a:ext>
              </a:extLst>
            </p:cNvPr>
            <p:cNvSpPr/>
            <p:nvPr/>
          </p:nvSpPr>
          <p:spPr>
            <a:xfrm>
              <a:off x="6385437" y="8253765"/>
              <a:ext cx="157528" cy="186821"/>
            </a:xfrm>
            <a:custGeom>
              <a:avLst/>
              <a:gdLst>
                <a:gd name="csX0" fmla="*/ 157529 w 157528"/>
                <a:gd name="csY0" fmla="*/ 1 h 186821"/>
                <a:gd name="csX1" fmla="*/ 1 w 157528"/>
                <a:gd name="csY1" fmla="*/ 1 h 186821"/>
                <a:gd name="csX2" fmla="*/ 1 w 157528"/>
                <a:gd name="csY2" fmla="*/ 186822 h 186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57528" h="186821">
                  <a:moveTo>
                    <a:pt x="157529" y="1"/>
                  </a:moveTo>
                  <a:lnTo>
                    <a:pt x="1" y="1"/>
                  </a:lnTo>
                  <a:lnTo>
                    <a:pt x="1" y="186822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7" name="Graphic 4">
              <a:extLst>
                <a:ext uri="{FF2B5EF4-FFF2-40B4-BE49-F238E27FC236}">
                  <a16:creationId xmlns:a16="http://schemas.microsoft.com/office/drawing/2014/main" id="{88FCF805-9BC9-6EE3-83C8-8BB245730951}"/>
                </a:ext>
              </a:extLst>
            </p:cNvPr>
            <p:cNvGrpSpPr/>
            <p:nvPr/>
          </p:nvGrpSpPr>
          <p:grpSpPr>
            <a:xfrm>
              <a:off x="6451400" y="7830651"/>
              <a:ext cx="498190" cy="472586"/>
              <a:chOff x="6451400" y="7830651"/>
              <a:chExt cx="498190" cy="472586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6C23980-EFD9-746F-EE9D-0B7B389A80AE}"/>
                  </a:ext>
                </a:extLst>
              </p:cNvPr>
              <p:cNvSpPr/>
              <p:nvPr/>
            </p:nvSpPr>
            <p:spPr>
              <a:xfrm rot="-5400000">
                <a:off x="6464202" y="7817849"/>
                <a:ext cx="472586" cy="498190"/>
              </a:xfrm>
              <a:custGeom>
                <a:avLst/>
                <a:gdLst>
                  <a:gd name="csX0" fmla="*/ 1 w 472586"/>
                  <a:gd name="csY0" fmla="*/ 1 h 498190"/>
                  <a:gd name="csX1" fmla="*/ 472587 w 472586"/>
                  <a:gd name="csY1" fmla="*/ 249096 h 498190"/>
                  <a:gd name="csX2" fmla="*/ 1 w 472586"/>
                  <a:gd name="csY2" fmla="*/ 498191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72586" h="498190">
                    <a:moveTo>
                      <a:pt x="1" y="1"/>
                    </a:moveTo>
                    <a:lnTo>
                      <a:pt x="472587" y="249096"/>
                    </a:lnTo>
                    <a:lnTo>
                      <a:pt x="1" y="498191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4EEB231-C196-AB40-92F3-856E85369914}"/>
                  </a:ext>
                </a:extLst>
              </p:cNvPr>
              <p:cNvSpPr txBox="1"/>
              <p:nvPr/>
            </p:nvSpPr>
            <p:spPr>
              <a:xfrm rot="16200000">
                <a:off x="6532882" y="8022545"/>
                <a:ext cx="335224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4E27D1B-46BA-611D-F4B8-97F60B83DAA9}"/>
                </a:ext>
              </a:extLst>
            </p:cNvPr>
            <p:cNvSpPr/>
            <p:nvPr/>
          </p:nvSpPr>
          <p:spPr>
            <a:xfrm>
              <a:off x="3471156" y="7506480"/>
              <a:ext cx="236293" cy="6227"/>
            </a:xfrm>
            <a:custGeom>
              <a:avLst/>
              <a:gdLst>
                <a:gd name="csX0" fmla="*/ 236294 w 236293"/>
                <a:gd name="csY0" fmla="*/ 1 h 6227"/>
                <a:gd name="csX1" fmla="*/ 1 w 236293"/>
                <a:gd name="csY1" fmla="*/ 1 h 6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6293" h="6227">
                  <a:moveTo>
                    <a:pt x="236294" y="1"/>
                  </a:moveTo>
                  <a:lnTo>
                    <a:pt x="1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" name="Graphic 4">
              <a:extLst>
                <a:ext uri="{FF2B5EF4-FFF2-40B4-BE49-F238E27FC236}">
                  <a16:creationId xmlns:a16="http://schemas.microsoft.com/office/drawing/2014/main" id="{0F4AD192-4CF1-86E3-DF8B-9CCFB04BF1C1}"/>
                </a:ext>
              </a:extLst>
            </p:cNvPr>
            <p:cNvGrpSpPr/>
            <p:nvPr/>
          </p:nvGrpSpPr>
          <p:grpSpPr>
            <a:xfrm>
              <a:off x="3707449" y="7257384"/>
              <a:ext cx="630114" cy="498190"/>
              <a:chOff x="3707449" y="7257384"/>
              <a:chExt cx="630114" cy="498190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FAAFF240-43F2-5A31-D664-ED8E45F0D5A8}"/>
                  </a:ext>
                </a:extLst>
              </p:cNvPr>
              <p:cNvSpPr/>
              <p:nvPr/>
            </p:nvSpPr>
            <p:spPr>
              <a:xfrm>
                <a:off x="3707449" y="7257384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CAD966F-2C82-2D53-3F98-4C4B426C917B}"/>
                  </a:ext>
                </a:extLst>
              </p:cNvPr>
              <p:cNvSpPr txBox="1"/>
              <p:nvPr/>
            </p:nvSpPr>
            <p:spPr>
              <a:xfrm>
                <a:off x="3757677" y="7419017"/>
                <a:ext cx="529658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Enrolled</a:t>
                </a:r>
              </a:p>
            </p:txBody>
          </p:sp>
        </p:grpSp>
        <p:grpSp>
          <p:nvGrpSpPr>
            <p:cNvPr id="44" name="Graphic 4">
              <a:extLst>
                <a:ext uri="{FF2B5EF4-FFF2-40B4-BE49-F238E27FC236}">
                  <a16:creationId xmlns:a16="http://schemas.microsoft.com/office/drawing/2014/main" id="{0DCC8D01-6C41-5C5F-47FE-46369299D1D0}"/>
                </a:ext>
              </a:extLst>
            </p:cNvPr>
            <p:cNvGrpSpPr/>
            <p:nvPr/>
          </p:nvGrpSpPr>
          <p:grpSpPr>
            <a:xfrm>
              <a:off x="2463913" y="7319658"/>
              <a:ext cx="1007243" cy="373642"/>
              <a:chOff x="2463913" y="7319658"/>
              <a:chExt cx="1007243" cy="373642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1DAE315-C4B0-8CA3-D2EC-BB47EFC64CE5}"/>
                  </a:ext>
                </a:extLst>
              </p:cNvPr>
              <p:cNvSpPr/>
              <p:nvPr/>
            </p:nvSpPr>
            <p:spPr>
              <a:xfrm>
                <a:off x="2525984" y="7319658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0ABC799-C5DA-A0C6-EF16-D7D245669507}"/>
                  </a:ext>
                </a:extLst>
              </p:cNvPr>
              <p:cNvSpPr txBox="1"/>
              <p:nvPr/>
            </p:nvSpPr>
            <p:spPr>
              <a:xfrm>
                <a:off x="2463913" y="7419017"/>
                <a:ext cx="986553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Program</a:t>
                </a:r>
              </a:p>
            </p:txBody>
          </p:sp>
        </p:grp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D2299AD-75EB-EA1D-C5E5-37B7293639DD}"/>
                </a:ext>
              </a:extLst>
            </p:cNvPr>
            <p:cNvSpPr/>
            <p:nvPr/>
          </p:nvSpPr>
          <p:spPr>
            <a:xfrm>
              <a:off x="2014016" y="5202349"/>
              <a:ext cx="3426249" cy="3736427"/>
            </a:xfrm>
            <a:custGeom>
              <a:avLst/>
              <a:gdLst>
                <a:gd name="csX0" fmla="*/ 3426250 w 3426249"/>
                <a:gd name="csY0" fmla="*/ 3611881 h 3736427"/>
                <a:gd name="csX1" fmla="*/ 3426250 w 3426249"/>
                <a:gd name="csY1" fmla="*/ 3736429 h 3736427"/>
                <a:gd name="csX2" fmla="*/ 1 w 3426249"/>
                <a:gd name="csY2" fmla="*/ 3736429 h 3736427"/>
                <a:gd name="csX3" fmla="*/ 1 w 3426249"/>
                <a:gd name="csY3" fmla="*/ 1 h 37364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26249" h="3736427">
                  <a:moveTo>
                    <a:pt x="3426250" y="3611881"/>
                  </a:moveTo>
                  <a:lnTo>
                    <a:pt x="3426250" y="3736429"/>
                  </a:lnTo>
                  <a:lnTo>
                    <a:pt x="1" y="3736429"/>
                  </a:lnTo>
                  <a:lnTo>
                    <a:pt x="1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" name="Graphic 4">
              <a:extLst>
                <a:ext uri="{FF2B5EF4-FFF2-40B4-BE49-F238E27FC236}">
                  <a16:creationId xmlns:a16="http://schemas.microsoft.com/office/drawing/2014/main" id="{0910F8C1-C948-6C6E-B2F7-5804A1002E02}"/>
                </a:ext>
              </a:extLst>
            </p:cNvPr>
            <p:cNvGrpSpPr/>
            <p:nvPr/>
          </p:nvGrpSpPr>
          <p:grpSpPr>
            <a:xfrm>
              <a:off x="5440265" y="8440587"/>
              <a:ext cx="945172" cy="373642"/>
              <a:chOff x="5440265" y="8440587"/>
              <a:chExt cx="945172" cy="373642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FF283C7-4A0C-220B-6987-50239FF7F3C0}"/>
                  </a:ext>
                </a:extLst>
              </p:cNvPr>
              <p:cNvSpPr/>
              <p:nvPr/>
            </p:nvSpPr>
            <p:spPr>
              <a:xfrm>
                <a:off x="5440265" y="8440587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7740512-8439-2C35-9B9C-5377D17AC144}"/>
                  </a:ext>
                </a:extLst>
              </p:cNvPr>
              <p:cNvSpPr txBox="1"/>
              <p:nvPr/>
            </p:nvSpPr>
            <p:spPr>
              <a:xfrm>
                <a:off x="5389850" y="8532098"/>
                <a:ext cx="1044426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Employee</a:t>
                </a:r>
              </a:p>
            </p:txBody>
          </p:sp>
        </p:grp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D33C735-5A37-44E7-A6B3-9FA8A99C6C10}"/>
                </a:ext>
              </a:extLst>
            </p:cNvPr>
            <p:cNvSpPr/>
            <p:nvPr/>
          </p:nvSpPr>
          <p:spPr>
            <a:xfrm>
              <a:off x="7960724" y="1621606"/>
              <a:ext cx="2914281" cy="7005802"/>
            </a:xfrm>
            <a:custGeom>
              <a:avLst/>
              <a:gdLst>
                <a:gd name="csX0" fmla="*/ 1 w 2914281"/>
                <a:gd name="csY0" fmla="*/ 7005803 h 7005802"/>
                <a:gd name="csX1" fmla="*/ 2914282 w 2914281"/>
                <a:gd name="csY1" fmla="*/ 7005803 h 7005802"/>
                <a:gd name="csX2" fmla="*/ 2914282 w 2914281"/>
                <a:gd name="csY2" fmla="*/ 1 h 7005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914281" h="7005802">
                  <a:moveTo>
                    <a:pt x="1" y="7005803"/>
                  </a:moveTo>
                  <a:lnTo>
                    <a:pt x="2914282" y="7005803"/>
                  </a:lnTo>
                  <a:lnTo>
                    <a:pt x="2914282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2" name="Graphic 4">
              <a:extLst>
                <a:ext uri="{FF2B5EF4-FFF2-40B4-BE49-F238E27FC236}">
                  <a16:creationId xmlns:a16="http://schemas.microsoft.com/office/drawing/2014/main" id="{88B2765E-A1BC-9E63-1310-B37A030D8DAF}"/>
                </a:ext>
              </a:extLst>
            </p:cNvPr>
            <p:cNvGrpSpPr/>
            <p:nvPr/>
          </p:nvGrpSpPr>
          <p:grpSpPr>
            <a:xfrm>
              <a:off x="7015552" y="8440587"/>
              <a:ext cx="945172" cy="373642"/>
              <a:chOff x="7015552" y="8440587"/>
              <a:chExt cx="945172" cy="373642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B34F198-FE91-9584-F9F0-E4D988DB83DB}"/>
                  </a:ext>
                </a:extLst>
              </p:cNvPr>
              <p:cNvSpPr/>
              <p:nvPr/>
            </p:nvSpPr>
            <p:spPr>
              <a:xfrm>
                <a:off x="7015552" y="8440587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74F6847-88F3-D6D3-38B4-3D7DE737D4DF}"/>
                  </a:ext>
                </a:extLst>
              </p:cNvPr>
              <p:cNvSpPr txBox="1"/>
              <p:nvPr/>
            </p:nvSpPr>
            <p:spPr>
              <a:xfrm>
                <a:off x="7085984" y="8488506"/>
                <a:ext cx="802733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Non-Academic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101E13D-8557-B18C-FBFD-C3DCBD60B56E}"/>
                  </a:ext>
                </a:extLst>
              </p:cNvPr>
              <p:cNvSpPr txBox="1"/>
              <p:nvPr/>
            </p:nvSpPr>
            <p:spPr>
              <a:xfrm>
                <a:off x="7185762" y="8575689"/>
                <a:ext cx="603177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808CEF9-A730-3360-C6E2-AA47F44B7647}"/>
                </a:ext>
              </a:extLst>
            </p:cNvPr>
            <p:cNvSpPr/>
            <p:nvPr/>
          </p:nvSpPr>
          <p:spPr>
            <a:xfrm>
              <a:off x="6858023" y="8253765"/>
              <a:ext cx="176590" cy="218580"/>
            </a:xfrm>
            <a:custGeom>
              <a:avLst/>
              <a:gdLst>
                <a:gd name="csX0" fmla="*/ 1 w 176590"/>
                <a:gd name="csY0" fmla="*/ 1 h 218580"/>
                <a:gd name="csX1" fmla="*/ 176591 w 176590"/>
                <a:gd name="csY1" fmla="*/ 1 h 218580"/>
                <a:gd name="csX2" fmla="*/ 176433 w 176590"/>
                <a:gd name="csY2" fmla="*/ 218581 h 2185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6590" h="218580">
                  <a:moveTo>
                    <a:pt x="1" y="1"/>
                  </a:moveTo>
                  <a:lnTo>
                    <a:pt x="176591" y="1"/>
                  </a:lnTo>
                  <a:lnTo>
                    <a:pt x="176433" y="21858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7" name="Graphic 4">
              <a:extLst>
                <a:ext uri="{FF2B5EF4-FFF2-40B4-BE49-F238E27FC236}">
                  <a16:creationId xmlns:a16="http://schemas.microsoft.com/office/drawing/2014/main" id="{9FFE150F-566D-1953-44FE-D135392BA7DE}"/>
                </a:ext>
              </a:extLst>
            </p:cNvPr>
            <p:cNvGrpSpPr/>
            <p:nvPr/>
          </p:nvGrpSpPr>
          <p:grpSpPr>
            <a:xfrm>
              <a:off x="7668842" y="7257384"/>
              <a:ext cx="685703" cy="498190"/>
              <a:chOff x="7668842" y="7257384"/>
              <a:chExt cx="685703" cy="498190"/>
            </a:xfrm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9BFC72FB-5D8D-D5CE-6DAE-A37D55DD44F8}"/>
                  </a:ext>
                </a:extLst>
              </p:cNvPr>
              <p:cNvSpPr/>
              <p:nvPr/>
            </p:nvSpPr>
            <p:spPr>
              <a:xfrm>
                <a:off x="7724431" y="7257384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95EE89B-AF86-3531-BCE5-FFE92ECA94ED}"/>
                  </a:ext>
                </a:extLst>
              </p:cNvPr>
              <p:cNvSpPr txBox="1"/>
              <p:nvPr/>
            </p:nvSpPr>
            <p:spPr>
              <a:xfrm>
                <a:off x="7668842" y="7419017"/>
                <a:ext cx="638205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Reports To</a:t>
                </a:r>
              </a:p>
            </p:txBody>
          </p:sp>
        </p:grp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94A97E0-237E-DFFC-D2DA-BAAAFA30620A}"/>
                </a:ext>
              </a:extLst>
            </p:cNvPr>
            <p:cNvSpPr/>
            <p:nvPr/>
          </p:nvSpPr>
          <p:spPr>
            <a:xfrm>
              <a:off x="4652622" y="8440587"/>
              <a:ext cx="787643" cy="186821"/>
            </a:xfrm>
            <a:custGeom>
              <a:avLst/>
              <a:gdLst>
                <a:gd name="csX0" fmla="*/ 1 w 787643"/>
                <a:gd name="csY0" fmla="*/ 1 h 186821"/>
                <a:gd name="csX1" fmla="*/ 1 w 787643"/>
                <a:gd name="csY1" fmla="*/ 186822 h 186821"/>
                <a:gd name="csX2" fmla="*/ 787644 w 787643"/>
                <a:gd name="csY2" fmla="*/ 186822 h 186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87643" h="186821">
                  <a:moveTo>
                    <a:pt x="1" y="1"/>
                  </a:moveTo>
                  <a:lnTo>
                    <a:pt x="1" y="186822"/>
                  </a:lnTo>
                  <a:lnTo>
                    <a:pt x="787644" y="186822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1" name="Graphic 4">
              <a:extLst>
                <a:ext uri="{FF2B5EF4-FFF2-40B4-BE49-F238E27FC236}">
                  <a16:creationId xmlns:a16="http://schemas.microsoft.com/office/drawing/2014/main" id="{C917183C-C9F8-5AB9-10F7-65916F48B9CA}"/>
                </a:ext>
              </a:extLst>
            </p:cNvPr>
            <p:cNvGrpSpPr/>
            <p:nvPr/>
          </p:nvGrpSpPr>
          <p:grpSpPr>
            <a:xfrm>
              <a:off x="4311936" y="7942396"/>
              <a:ext cx="655743" cy="498190"/>
              <a:chOff x="4311936" y="7942396"/>
              <a:chExt cx="655743" cy="498190"/>
            </a:xfrm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9C59BF1-F934-A881-DE37-39CBCF18A998}"/>
                  </a:ext>
                </a:extLst>
              </p:cNvPr>
              <p:cNvSpPr/>
              <p:nvPr/>
            </p:nvSpPr>
            <p:spPr>
              <a:xfrm>
                <a:off x="4337564" y="7942396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4A4298D-C839-F7C6-39D7-408C2B7EDB0C}"/>
                  </a:ext>
                </a:extLst>
              </p:cNvPr>
              <p:cNvSpPr txBox="1"/>
              <p:nvPr/>
            </p:nvSpPr>
            <p:spPr>
              <a:xfrm>
                <a:off x="4311936" y="8097801"/>
                <a:ext cx="655743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Supervised</a:t>
                </a:r>
              </a:p>
            </p:txBody>
          </p:sp>
        </p:grpSp>
        <p:grpSp>
          <p:nvGrpSpPr>
            <p:cNvPr id="64" name="Graphic 4">
              <a:extLst>
                <a:ext uri="{FF2B5EF4-FFF2-40B4-BE49-F238E27FC236}">
                  <a16:creationId xmlns:a16="http://schemas.microsoft.com/office/drawing/2014/main" id="{75855232-6DB6-68D3-BAD6-B671C2C77759}"/>
                </a:ext>
              </a:extLst>
            </p:cNvPr>
            <p:cNvGrpSpPr/>
            <p:nvPr/>
          </p:nvGrpSpPr>
          <p:grpSpPr>
            <a:xfrm>
              <a:off x="7326672" y="6942902"/>
              <a:ext cx="630114" cy="186821"/>
              <a:chOff x="7326672" y="6942902"/>
              <a:chExt cx="630114" cy="186821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5EC051A2-7417-9BC8-DAE8-2087F48CC35A}"/>
                  </a:ext>
                </a:extLst>
              </p:cNvPr>
              <p:cNvSpPr/>
              <p:nvPr/>
            </p:nvSpPr>
            <p:spPr>
              <a:xfrm>
                <a:off x="7326672" y="6942902"/>
                <a:ext cx="630114" cy="186821"/>
              </a:xfrm>
              <a:prstGeom prst="rect">
                <a:avLst/>
              </a:prstGeom>
              <a:noFill/>
              <a:ln w="787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49FE19A-3720-7FF4-621A-2D6EA19F9CE2}"/>
                  </a:ext>
                </a:extLst>
              </p:cNvPr>
              <p:cNvSpPr txBox="1"/>
              <p:nvPr/>
            </p:nvSpPr>
            <p:spPr>
              <a:xfrm>
                <a:off x="7327553" y="6944116"/>
                <a:ext cx="634652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Supervisor</a:t>
                </a:r>
              </a:p>
            </p:txBody>
          </p:sp>
        </p:grpSp>
        <p:grpSp>
          <p:nvGrpSpPr>
            <p:cNvPr id="67" name="Graphic 4">
              <a:extLst>
                <a:ext uri="{FF2B5EF4-FFF2-40B4-BE49-F238E27FC236}">
                  <a16:creationId xmlns:a16="http://schemas.microsoft.com/office/drawing/2014/main" id="{182AFD6D-E360-DC82-C6F3-30E5D3220B7F}"/>
                </a:ext>
              </a:extLst>
            </p:cNvPr>
            <p:cNvGrpSpPr/>
            <p:nvPr/>
          </p:nvGrpSpPr>
          <p:grpSpPr>
            <a:xfrm>
              <a:off x="7326672" y="7877009"/>
              <a:ext cx="630114" cy="186821"/>
              <a:chOff x="7326672" y="7877009"/>
              <a:chExt cx="630114" cy="186821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E69E6ABF-9F8E-6F9F-078B-ADB55AC0B900}"/>
                  </a:ext>
                </a:extLst>
              </p:cNvPr>
              <p:cNvSpPr/>
              <p:nvPr/>
            </p:nvSpPr>
            <p:spPr>
              <a:xfrm>
                <a:off x="7326672" y="7877009"/>
                <a:ext cx="630114" cy="186821"/>
              </a:xfrm>
              <a:prstGeom prst="rect">
                <a:avLst/>
              </a:prstGeom>
              <a:noFill/>
              <a:ln w="787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4CBBDDF-78BD-56AC-4AF3-486BAF458D82}"/>
                  </a:ext>
                </a:extLst>
              </p:cNvPr>
              <p:cNvSpPr txBox="1"/>
              <p:nvPr/>
            </p:nvSpPr>
            <p:spPr>
              <a:xfrm>
                <a:off x="7317008" y="7878223"/>
                <a:ext cx="655743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Supervisee</a:t>
                </a:r>
              </a:p>
            </p:txBody>
          </p:sp>
        </p:grp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8A69FC5-350E-2B23-94F0-1BBDA74DB32A}"/>
                </a:ext>
              </a:extLst>
            </p:cNvPr>
            <p:cNvSpPr/>
            <p:nvPr/>
          </p:nvSpPr>
          <p:spPr>
            <a:xfrm>
              <a:off x="3392392" y="4517337"/>
              <a:ext cx="7876" cy="249095"/>
            </a:xfrm>
            <a:custGeom>
              <a:avLst/>
              <a:gdLst>
                <a:gd name="csX0" fmla="*/ 1 w 7876"/>
                <a:gd name="csY0" fmla="*/ 249096 h 249095"/>
                <a:gd name="csX1" fmla="*/ 1 w 7876"/>
                <a:gd name="csY1" fmla="*/ 1 h 2490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76" h="249095">
                  <a:moveTo>
                    <a:pt x="1" y="249096"/>
                  </a:moveTo>
                  <a:lnTo>
                    <a:pt x="1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" name="Graphic 4">
              <a:extLst>
                <a:ext uri="{FF2B5EF4-FFF2-40B4-BE49-F238E27FC236}">
                  <a16:creationId xmlns:a16="http://schemas.microsoft.com/office/drawing/2014/main" id="{6A960271-C3CC-0286-DDB6-E23E5A943F24}"/>
                </a:ext>
              </a:extLst>
            </p:cNvPr>
            <p:cNvGrpSpPr/>
            <p:nvPr/>
          </p:nvGrpSpPr>
          <p:grpSpPr>
            <a:xfrm>
              <a:off x="2355459" y="4925231"/>
              <a:ext cx="564346" cy="56046"/>
              <a:chOff x="2355459" y="4925231"/>
              <a:chExt cx="564346" cy="56046"/>
            </a:xfrm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748915A3-15B6-2352-C59B-5458431916D2}"/>
                  </a:ext>
                </a:extLst>
              </p:cNvPr>
              <p:cNvSpPr/>
              <p:nvPr/>
            </p:nvSpPr>
            <p:spPr>
              <a:xfrm>
                <a:off x="2408625" y="4953254"/>
                <a:ext cx="511180" cy="6227"/>
              </a:xfrm>
              <a:custGeom>
                <a:avLst/>
                <a:gdLst>
                  <a:gd name="csX0" fmla="*/ 511181 w 511180"/>
                  <a:gd name="csY0" fmla="*/ 1 h 6227"/>
                  <a:gd name="csX1" fmla="*/ 1 w 511180"/>
                  <a:gd name="csY1" fmla="*/ 1 h 6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11180" h="6227">
                    <a:moveTo>
                      <a:pt x="511181" y="1"/>
                    </a:moveTo>
                    <a:lnTo>
                      <a:pt x="1" y="1"/>
                    </a:lnTo>
                  </a:path>
                </a:pathLst>
              </a:custGeom>
              <a:noFill/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99E7D9AC-F1F6-099A-3776-B0D5E9D7CB5A}"/>
                  </a:ext>
                </a:extLst>
              </p:cNvPr>
              <p:cNvSpPr/>
              <p:nvPr/>
            </p:nvSpPr>
            <p:spPr>
              <a:xfrm>
                <a:off x="2355459" y="4925231"/>
                <a:ext cx="70887" cy="56046"/>
              </a:xfrm>
              <a:custGeom>
                <a:avLst/>
                <a:gdLst>
                  <a:gd name="csX0" fmla="*/ 1 w 70887"/>
                  <a:gd name="csY0" fmla="*/ 28024 h 56046"/>
                  <a:gd name="csX1" fmla="*/ 70888 w 70887"/>
                  <a:gd name="csY1" fmla="*/ 1 h 56046"/>
                  <a:gd name="csX2" fmla="*/ 53166 w 70887"/>
                  <a:gd name="csY2" fmla="*/ 28024 h 56046"/>
                  <a:gd name="csX3" fmla="*/ 70888 w 70887"/>
                  <a:gd name="csY3" fmla="*/ 56047 h 560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0887" h="56046">
                    <a:moveTo>
                      <a:pt x="1" y="28024"/>
                    </a:moveTo>
                    <a:lnTo>
                      <a:pt x="70888" y="1"/>
                    </a:lnTo>
                    <a:lnTo>
                      <a:pt x="53166" y="28024"/>
                    </a:lnTo>
                    <a:lnTo>
                      <a:pt x="70888" y="56047"/>
                    </a:lnTo>
                    <a:close/>
                  </a:path>
                </a:pathLst>
              </a:custGeom>
              <a:solidFill>
                <a:srgbClr val="000000"/>
              </a:solidFill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4" name="Graphic 4">
              <a:extLst>
                <a:ext uri="{FF2B5EF4-FFF2-40B4-BE49-F238E27FC236}">
                  <a16:creationId xmlns:a16="http://schemas.microsoft.com/office/drawing/2014/main" id="{3DF8C6F7-ABE5-B0BB-3F4F-26B6EC29CF5B}"/>
                </a:ext>
              </a:extLst>
            </p:cNvPr>
            <p:cNvGrpSpPr/>
            <p:nvPr/>
          </p:nvGrpSpPr>
          <p:grpSpPr>
            <a:xfrm>
              <a:off x="2919806" y="4766433"/>
              <a:ext cx="945172" cy="373642"/>
              <a:chOff x="2919806" y="4766433"/>
              <a:chExt cx="945172" cy="373642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711E7AB7-C34D-5112-86DF-D5A476CCA7F9}"/>
                  </a:ext>
                </a:extLst>
              </p:cNvPr>
              <p:cNvSpPr/>
              <p:nvPr/>
            </p:nvSpPr>
            <p:spPr>
              <a:xfrm>
                <a:off x="2919806" y="4766433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FD7E91C-D294-396E-75F9-D38143C3F808}"/>
                  </a:ext>
                </a:extLst>
              </p:cNvPr>
              <p:cNvSpPr txBox="1"/>
              <p:nvPr/>
            </p:nvSpPr>
            <p:spPr>
              <a:xfrm>
                <a:off x="3074232" y="4857944"/>
                <a:ext cx="634744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Laboratory</a:t>
                </a:r>
              </a:p>
            </p:txBody>
          </p:sp>
        </p:grp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9A63AFB-04FF-77E2-E01F-45C2DF0CA74F}"/>
                </a:ext>
              </a:extLst>
            </p:cNvPr>
            <p:cNvSpPr/>
            <p:nvPr/>
          </p:nvSpPr>
          <p:spPr>
            <a:xfrm>
              <a:off x="3392392" y="2150933"/>
              <a:ext cx="2047873" cy="1868213"/>
            </a:xfrm>
            <a:custGeom>
              <a:avLst/>
              <a:gdLst>
                <a:gd name="csX0" fmla="*/ 1 w 2047873"/>
                <a:gd name="csY0" fmla="*/ 1868214 h 1868213"/>
                <a:gd name="csX1" fmla="*/ 1 w 2047873"/>
                <a:gd name="csY1" fmla="*/ 1 h 1868213"/>
                <a:gd name="csX2" fmla="*/ 2047874 w 2047873"/>
                <a:gd name="csY2" fmla="*/ 1 h 1868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47873" h="1868213">
                  <a:moveTo>
                    <a:pt x="1" y="1868214"/>
                  </a:moveTo>
                  <a:lnTo>
                    <a:pt x="1" y="1"/>
                  </a:lnTo>
                  <a:lnTo>
                    <a:pt x="2047874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8" name="Graphic 4">
              <a:extLst>
                <a:ext uri="{FF2B5EF4-FFF2-40B4-BE49-F238E27FC236}">
                  <a16:creationId xmlns:a16="http://schemas.microsoft.com/office/drawing/2014/main" id="{53014A80-DFF5-8FE4-EE7E-1D146F76B1FB}"/>
                </a:ext>
              </a:extLst>
            </p:cNvPr>
            <p:cNvGrpSpPr/>
            <p:nvPr/>
          </p:nvGrpSpPr>
          <p:grpSpPr>
            <a:xfrm>
              <a:off x="3077334" y="4019147"/>
              <a:ext cx="630114" cy="498190"/>
              <a:chOff x="3077334" y="4019147"/>
              <a:chExt cx="630114" cy="498190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026FB57E-C4BF-97BF-C076-54C33EF0DB55}"/>
                  </a:ext>
                </a:extLst>
              </p:cNvPr>
              <p:cNvSpPr/>
              <p:nvPr/>
            </p:nvSpPr>
            <p:spPr>
              <a:xfrm>
                <a:off x="3077334" y="4019147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2FF44B2-82E7-CA16-796D-ACA23C894839}"/>
                  </a:ext>
                </a:extLst>
              </p:cNvPr>
              <p:cNvSpPr txBox="1"/>
              <p:nvPr/>
            </p:nvSpPr>
            <p:spPr>
              <a:xfrm>
                <a:off x="3203781" y="4174551"/>
                <a:ext cx="377221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Host</a:t>
                </a:r>
              </a:p>
            </p:txBody>
          </p:sp>
        </p:grpSp>
        <p:grpSp>
          <p:nvGrpSpPr>
            <p:cNvPr id="81" name="Graphic 4">
              <a:extLst>
                <a:ext uri="{FF2B5EF4-FFF2-40B4-BE49-F238E27FC236}">
                  <a16:creationId xmlns:a16="http://schemas.microsoft.com/office/drawing/2014/main" id="{F29B5092-5B9F-04FA-ADF4-73B55E9F5B2C}"/>
                </a:ext>
              </a:extLst>
            </p:cNvPr>
            <p:cNvGrpSpPr/>
            <p:nvPr/>
          </p:nvGrpSpPr>
          <p:grpSpPr>
            <a:xfrm>
              <a:off x="6385437" y="2122910"/>
              <a:ext cx="761257" cy="56046"/>
              <a:chOff x="6385437" y="2122910"/>
              <a:chExt cx="761257" cy="56046"/>
            </a:xfrm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E95D4C96-BAC5-AF28-0E5F-9F1EC79461BD}"/>
                  </a:ext>
                </a:extLst>
              </p:cNvPr>
              <p:cNvSpPr/>
              <p:nvPr/>
            </p:nvSpPr>
            <p:spPr>
              <a:xfrm>
                <a:off x="6385437" y="2150933"/>
                <a:ext cx="708091" cy="6227"/>
              </a:xfrm>
              <a:custGeom>
                <a:avLst/>
                <a:gdLst>
                  <a:gd name="csX0" fmla="*/ 1 w 708091"/>
                  <a:gd name="csY0" fmla="*/ 1 h 6227"/>
                  <a:gd name="csX1" fmla="*/ 708092 w 708091"/>
                  <a:gd name="csY1" fmla="*/ 1 h 6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08091" h="6227">
                    <a:moveTo>
                      <a:pt x="1" y="1"/>
                    </a:moveTo>
                    <a:lnTo>
                      <a:pt x="708092" y="1"/>
                    </a:lnTo>
                  </a:path>
                </a:pathLst>
              </a:custGeom>
              <a:noFill/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AC0C4252-9F9A-1B67-8382-9CA4DEC3CC54}"/>
                  </a:ext>
                </a:extLst>
              </p:cNvPr>
              <p:cNvSpPr/>
              <p:nvPr/>
            </p:nvSpPr>
            <p:spPr>
              <a:xfrm>
                <a:off x="7075807" y="2122910"/>
                <a:ext cx="70887" cy="56046"/>
              </a:xfrm>
              <a:custGeom>
                <a:avLst/>
                <a:gdLst>
                  <a:gd name="csX0" fmla="*/ 70888 w 70887"/>
                  <a:gd name="csY0" fmla="*/ 28024 h 56046"/>
                  <a:gd name="csX1" fmla="*/ 1 w 70887"/>
                  <a:gd name="csY1" fmla="*/ 56047 h 56046"/>
                  <a:gd name="csX2" fmla="*/ 17722 w 70887"/>
                  <a:gd name="csY2" fmla="*/ 28024 h 56046"/>
                  <a:gd name="csX3" fmla="*/ 1 w 70887"/>
                  <a:gd name="csY3" fmla="*/ 1 h 560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0887" h="56046">
                    <a:moveTo>
                      <a:pt x="70888" y="28024"/>
                    </a:moveTo>
                    <a:lnTo>
                      <a:pt x="1" y="56047"/>
                    </a:lnTo>
                    <a:lnTo>
                      <a:pt x="17722" y="2802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4" name="Graphic 4">
              <a:extLst>
                <a:ext uri="{FF2B5EF4-FFF2-40B4-BE49-F238E27FC236}">
                  <a16:creationId xmlns:a16="http://schemas.microsoft.com/office/drawing/2014/main" id="{29F649F3-130A-FC8A-0408-99A08EC81B3B}"/>
                </a:ext>
              </a:extLst>
            </p:cNvPr>
            <p:cNvGrpSpPr/>
            <p:nvPr/>
          </p:nvGrpSpPr>
          <p:grpSpPr>
            <a:xfrm>
              <a:off x="5885284" y="2337754"/>
              <a:ext cx="55135" cy="864858"/>
              <a:chOff x="5885284" y="2337754"/>
              <a:chExt cx="55135" cy="864858"/>
            </a:xfrm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6F0427F9-7780-8008-D720-0FA7E5AB21AD}"/>
                  </a:ext>
                </a:extLst>
              </p:cNvPr>
              <p:cNvSpPr/>
              <p:nvPr/>
            </p:nvSpPr>
            <p:spPr>
              <a:xfrm>
                <a:off x="5912851" y="2337754"/>
                <a:ext cx="7876" cy="832164"/>
              </a:xfrm>
              <a:custGeom>
                <a:avLst/>
                <a:gdLst>
                  <a:gd name="csX0" fmla="*/ 1 w 7876"/>
                  <a:gd name="csY0" fmla="*/ 1 h 832164"/>
                  <a:gd name="csX1" fmla="*/ 1 w 7876"/>
                  <a:gd name="csY1" fmla="*/ 832165 h 8321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876" h="832164">
                    <a:moveTo>
                      <a:pt x="1" y="1"/>
                    </a:moveTo>
                    <a:lnTo>
                      <a:pt x="1" y="832165"/>
                    </a:lnTo>
                  </a:path>
                </a:pathLst>
              </a:custGeom>
              <a:noFill/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58E5969-3B61-92E0-F78E-49FC479AD8B2}"/>
                  </a:ext>
                </a:extLst>
              </p:cNvPr>
              <p:cNvSpPr/>
              <p:nvPr/>
            </p:nvSpPr>
            <p:spPr>
              <a:xfrm>
                <a:off x="5885284" y="3159021"/>
                <a:ext cx="55135" cy="43591"/>
              </a:xfrm>
              <a:custGeom>
                <a:avLst/>
                <a:gdLst>
                  <a:gd name="csX0" fmla="*/ 27568 w 55135"/>
                  <a:gd name="csY0" fmla="*/ 43592 h 43591"/>
                  <a:gd name="csX1" fmla="*/ 1 w 55135"/>
                  <a:gd name="csY1" fmla="*/ 1 h 43591"/>
                  <a:gd name="csX2" fmla="*/ 27568 w 55135"/>
                  <a:gd name="csY2" fmla="*/ 10898 h 43591"/>
                  <a:gd name="csX3" fmla="*/ 55136 w 55135"/>
                  <a:gd name="csY3" fmla="*/ 1 h 435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135" h="43591">
                    <a:moveTo>
                      <a:pt x="27568" y="43592"/>
                    </a:moveTo>
                    <a:lnTo>
                      <a:pt x="1" y="1"/>
                    </a:lnTo>
                    <a:lnTo>
                      <a:pt x="27568" y="10898"/>
                    </a:lnTo>
                    <a:lnTo>
                      <a:pt x="55136" y="1"/>
                    </a:lnTo>
                    <a:close/>
                  </a:path>
                </a:pathLst>
              </a:custGeom>
              <a:solidFill>
                <a:srgbClr val="000000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1221208-55DD-FC89-0E64-65E51433DF4D}"/>
                </a:ext>
              </a:extLst>
            </p:cNvPr>
            <p:cNvSpPr/>
            <p:nvPr/>
          </p:nvSpPr>
          <p:spPr>
            <a:xfrm>
              <a:off x="5912851" y="1777290"/>
              <a:ext cx="7876" cy="186821"/>
            </a:xfrm>
            <a:custGeom>
              <a:avLst/>
              <a:gdLst>
                <a:gd name="csX0" fmla="*/ 1 w 7876"/>
                <a:gd name="csY0" fmla="*/ 186822 h 186821"/>
                <a:gd name="csX1" fmla="*/ 1 w 7876"/>
                <a:gd name="csY1" fmla="*/ 1 h 186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76" h="186821">
                  <a:moveTo>
                    <a:pt x="1" y="186822"/>
                  </a:moveTo>
                  <a:lnTo>
                    <a:pt x="1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8" name="Graphic 4">
              <a:extLst>
                <a:ext uri="{FF2B5EF4-FFF2-40B4-BE49-F238E27FC236}">
                  <a16:creationId xmlns:a16="http://schemas.microsoft.com/office/drawing/2014/main" id="{DFFBA860-568C-7F25-6D22-844F846371F1}"/>
                </a:ext>
              </a:extLst>
            </p:cNvPr>
            <p:cNvGrpSpPr/>
            <p:nvPr/>
          </p:nvGrpSpPr>
          <p:grpSpPr>
            <a:xfrm>
              <a:off x="5440265" y="1964112"/>
              <a:ext cx="945172" cy="373642"/>
              <a:chOff x="5440265" y="1964112"/>
              <a:chExt cx="945172" cy="373642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0D3BA58-6372-90D3-AB4C-218C7D176A05}"/>
                  </a:ext>
                </a:extLst>
              </p:cNvPr>
              <p:cNvSpPr/>
              <p:nvPr/>
            </p:nvSpPr>
            <p:spPr>
              <a:xfrm>
                <a:off x="5440265" y="1964112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7AB3E34-72E3-6098-5B8E-34191214A02A}"/>
                  </a:ext>
                </a:extLst>
              </p:cNvPr>
              <p:cNvSpPr txBox="1"/>
              <p:nvPr/>
            </p:nvSpPr>
            <p:spPr>
              <a:xfrm>
                <a:off x="5481737" y="2055623"/>
                <a:ext cx="860653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units</a:t>
                </a:r>
              </a:p>
            </p:txBody>
          </p:sp>
        </p:grp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AEF61E4-4712-14D0-D574-3218D802CF39}"/>
                </a:ext>
              </a:extLst>
            </p:cNvPr>
            <p:cNvSpPr/>
            <p:nvPr/>
          </p:nvSpPr>
          <p:spPr>
            <a:xfrm>
              <a:off x="4967679" y="4953254"/>
              <a:ext cx="472586" cy="6227"/>
            </a:xfrm>
            <a:custGeom>
              <a:avLst/>
              <a:gdLst>
                <a:gd name="csX0" fmla="*/ 1 w 472586"/>
                <a:gd name="csY0" fmla="*/ 1 h 6227"/>
                <a:gd name="csX1" fmla="*/ 472587 w 472586"/>
                <a:gd name="csY1" fmla="*/ 1 h 6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2586" h="6227">
                  <a:moveTo>
                    <a:pt x="1" y="1"/>
                  </a:moveTo>
                  <a:lnTo>
                    <a:pt x="472587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02C5FF6-4936-D482-9FC8-0741592E4831}"/>
                </a:ext>
              </a:extLst>
            </p:cNvPr>
            <p:cNvSpPr/>
            <p:nvPr/>
          </p:nvSpPr>
          <p:spPr>
            <a:xfrm>
              <a:off x="3864978" y="4953254"/>
              <a:ext cx="472586" cy="6227"/>
            </a:xfrm>
            <a:custGeom>
              <a:avLst/>
              <a:gdLst>
                <a:gd name="csX0" fmla="*/ 472587 w 472586"/>
                <a:gd name="csY0" fmla="*/ 1 h 6227"/>
                <a:gd name="csX1" fmla="*/ 1 w 472586"/>
                <a:gd name="csY1" fmla="*/ 1 h 6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2586" h="6227">
                  <a:moveTo>
                    <a:pt x="472587" y="1"/>
                  </a:moveTo>
                  <a:lnTo>
                    <a:pt x="1" y="1"/>
                  </a:lnTo>
                </a:path>
              </a:pathLst>
            </a:custGeom>
            <a:noFill/>
            <a:ln w="2362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3" name="Graphic 4">
              <a:extLst>
                <a:ext uri="{FF2B5EF4-FFF2-40B4-BE49-F238E27FC236}">
                  <a16:creationId xmlns:a16="http://schemas.microsoft.com/office/drawing/2014/main" id="{5F8BFD66-3F6D-55EE-1599-89514AFC5A74}"/>
                </a:ext>
              </a:extLst>
            </p:cNvPr>
            <p:cNvGrpSpPr/>
            <p:nvPr/>
          </p:nvGrpSpPr>
          <p:grpSpPr>
            <a:xfrm>
              <a:off x="4337564" y="4704159"/>
              <a:ext cx="630114" cy="498190"/>
              <a:chOff x="4337564" y="4704159"/>
              <a:chExt cx="630114" cy="498190"/>
            </a:xfrm>
          </p:grpSpPr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72078254-C1D9-D1B2-D206-18F66F881D7D}"/>
                  </a:ext>
                </a:extLst>
              </p:cNvPr>
              <p:cNvSpPr/>
              <p:nvPr/>
            </p:nvSpPr>
            <p:spPr>
              <a:xfrm>
                <a:off x="4337564" y="4704159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B5AB51C-3392-739C-A6F7-C88349724326}"/>
                  </a:ext>
                </a:extLst>
              </p:cNvPr>
              <p:cNvSpPr txBox="1"/>
              <p:nvPr/>
            </p:nvSpPr>
            <p:spPr>
              <a:xfrm>
                <a:off x="4411257" y="4865791"/>
                <a:ext cx="450832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Attach</a:t>
                </a:r>
              </a:p>
            </p:txBody>
          </p:sp>
        </p:grpSp>
        <p:grpSp>
          <p:nvGrpSpPr>
            <p:cNvPr id="96" name="Graphic 4">
              <a:extLst>
                <a:ext uri="{FF2B5EF4-FFF2-40B4-BE49-F238E27FC236}">
                  <a16:creationId xmlns:a16="http://schemas.microsoft.com/office/drawing/2014/main" id="{7CC8D495-7BE5-08FB-6691-B08EDD9DF833}"/>
                </a:ext>
              </a:extLst>
            </p:cNvPr>
            <p:cNvGrpSpPr/>
            <p:nvPr/>
          </p:nvGrpSpPr>
          <p:grpSpPr>
            <a:xfrm>
              <a:off x="1672340" y="4704159"/>
              <a:ext cx="676741" cy="498190"/>
              <a:chOff x="1672340" y="4704159"/>
              <a:chExt cx="676741" cy="498190"/>
            </a:xfrm>
          </p:grpSpPr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C52ED427-7367-B347-4827-841031B403EC}"/>
                  </a:ext>
                </a:extLst>
              </p:cNvPr>
              <p:cNvSpPr/>
              <p:nvPr/>
            </p:nvSpPr>
            <p:spPr>
              <a:xfrm>
                <a:off x="1698958" y="4704159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EBB0417E-0E66-B536-4F6E-AD95D98BF759}"/>
                  </a:ext>
                </a:extLst>
              </p:cNvPr>
              <p:cNvSpPr txBox="1"/>
              <p:nvPr/>
            </p:nvSpPr>
            <p:spPr>
              <a:xfrm>
                <a:off x="1843727" y="4722003"/>
                <a:ext cx="340577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EFD7E34-E284-A6F1-676F-3D4183ADEB9B}"/>
                  </a:ext>
                </a:extLst>
              </p:cNvPr>
              <p:cNvSpPr txBox="1"/>
              <p:nvPr/>
            </p:nvSpPr>
            <p:spPr>
              <a:xfrm>
                <a:off x="1672340" y="4896928"/>
                <a:ext cx="676741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Supervision</a:t>
                </a:r>
              </a:p>
            </p:txBody>
          </p:sp>
        </p:grpSp>
        <p:grpSp>
          <p:nvGrpSpPr>
            <p:cNvPr id="100" name="Graphic 4">
              <a:extLst>
                <a:ext uri="{FF2B5EF4-FFF2-40B4-BE49-F238E27FC236}">
                  <a16:creationId xmlns:a16="http://schemas.microsoft.com/office/drawing/2014/main" id="{BFF27E7D-4852-F658-5CA3-6FD5B8DB8D1D}"/>
                </a:ext>
              </a:extLst>
            </p:cNvPr>
            <p:cNvGrpSpPr/>
            <p:nvPr/>
          </p:nvGrpSpPr>
          <p:grpSpPr>
            <a:xfrm>
              <a:off x="9279012" y="4953254"/>
              <a:ext cx="1044643" cy="373642"/>
              <a:chOff x="9279012" y="4953254"/>
              <a:chExt cx="1044643" cy="373642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D7858892-7FFA-C1F1-2652-5D1C826B963F}"/>
                  </a:ext>
                </a:extLst>
              </p:cNvPr>
              <p:cNvSpPr/>
              <p:nvPr/>
            </p:nvSpPr>
            <p:spPr>
              <a:xfrm>
                <a:off x="9378483" y="4953254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D821BC1-AD5E-1DC7-6481-ADE23CCCFC3C}"/>
                  </a:ext>
                </a:extLst>
              </p:cNvPr>
              <p:cNvSpPr txBox="1"/>
              <p:nvPr/>
            </p:nvSpPr>
            <p:spPr>
              <a:xfrm>
                <a:off x="9279012" y="5027422"/>
                <a:ext cx="907819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Research Project</a:t>
                </a:r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A5B854AE-4A2B-BF4A-71A6-DE3469709E7A}"/>
                </a:ext>
              </a:extLst>
            </p:cNvPr>
            <p:cNvSpPr/>
            <p:nvPr/>
          </p:nvSpPr>
          <p:spPr>
            <a:xfrm>
              <a:off x="7488138" y="4143694"/>
              <a:ext cx="551350" cy="6227"/>
            </a:xfrm>
            <a:custGeom>
              <a:avLst/>
              <a:gdLst>
                <a:gd name="csX0" fmla="*/ 1 w 551350"/>
                <a:gd name="csY0" fmla="*/ 1 h 6227"/>
                <a:gd name="csX1" fmla="*/ 393822 w 551350"/>
                <a:gd name="csY1" fmla="*/ 1 h 6227"/>
                <a:gd name="csX2" fmla="*/ 551351 w 551350"/>
                <a:gd name="csY2" fmla="*/ 1 h 6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51350" h="6227">
                  <a:moveTo>
                    <a:pt x="1" y="1"/>
                  </a:moveTo>
                  <a:lnTo>
                    <a:pt x="393822" y="1"/>
                  </a:lnTo>
                  <a:lnTo>
                    <a:pt x="551351" y="1"/>
                  </a:lnTo>
                </a:path>
              </a:pathLst>
            </a:custGeom>
            <a:noFill/>
            <a:ln w="2362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14BA650-B838-66E0-CBA2-73FD5B4E495B}"/>
                </a:ext>
              </a:extLst>
            </p:cNvPr>
            <p:cNvSpPr/>
            <p:nvPr/>
          </p:nvSpPr>
          <p:spPr>
            <a:xfrm>
              <a:off x="6385437" y="4143694"/>
              <a:ext cx="472586" cy="622737"/>
            </a:xfrm>
            <a:custGeom>
              <a:avLst/>
              <a:gdLst>
                <a:gd name="csX0" fmla="*/ 472587 w 472586"/>
                <a:gd name="csY0" fmla="*/ 1 h 622737"/>
                <a:gd name="csX1" fmla="*/ 472587 w 472586"/>
                <a:gd name="csY1" fmla="*/ 622739 h 622737"/>
                <a:gd name="csX2" fmla="*/ 1 w 472586"/>
                <a:gd name="csY2" fmla="*/ 622739 h 6227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72586" h="622737">
                  <a:moveTo>
                    <a:pt x="472587" y="1"/>
                  </a:moveTo>
                  <a:lnTo>
                    <a:pt x="472587" y="622739"/>
                  </a:lnTo>
                  <a:lnTo>
                    <a:pt x="1" y="622739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5" name="Graphic 4">
              <a:extLst>
                <a:ext uri="{FF2B5EF4-FFF2-40B4-BE49-F238E27FC236}">
                  <a16:creationId xmlns:a16="http://schemas.microsoft.com/office/drawing/2014/main" id="{601AE3D5-3390-22F3-87CF-0ACC3806259F}"/>
                </a:ext>
              </a:extLst>
            </p:cNvPr>
            <p:cNvGrpSpPr/>
            <p:nvPr/>
          </p:nvGrpSpPr>
          <p:grpSpPr>
            <a:xfrm>
              <a:off x="6690588" y="3894599"/>
              <a:ext cx="797549" cy="498190"/>
              <a:chOff x="6690588" y="3894599"/>
              <a:chExt cx="797549" cy="498190"/>
            </a:xfrm>
          </p:grpSpPr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6D4318C1-731C-EED5-1BAD-809B34CFC56E}"/>
                  </a:ext>
                </a:extLst>
              </p:cNvPr>
              <p:cNvSpPr/>
              <p:nvPr/>
            </p:nvSpPr>
            <p:spPr>
              <a:xfrm>
                <a:off x="6858023" y="3894599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37FFD6F2-D997-C27F-9C0E-4FB8D5754C40}"/>
                  </a:ext>
                </a:extLst>
              </p:cNvPr>
              <p:cNvSpPr txBox="1"/>
              <p:nvPr/>
            </p:nvSpPr>
            <p:spPr>
              <a:xfrm>
                <a:off x="6690588" y="4025094"/>
                <a:ext cx="718785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is_contribute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75970DC-63F5-776B-17CB-687CF96E8AC7}"/>
                </a:ext>
              </a:extLst>
            </p:cNvPr>
            <p:cNvSpPr/>
            <p:nvPr/>
          </p:nvSpPr>
          <p:spPr>
            <a:xfrm>
              <a:off x="8984661" y="3956873"/>
              <a:ext cx="551350" cy="62273"/>
            </a:xfrm>
            <a:custGeom>
              <a:avLst/>
              <a:gdLst>
                <a:gd name="csX0" fmla="*/ 1 w 551350"/>
                <a:gd name="csY0" fmla="*/ 1 h 62273"/>
                <a:gd name="csX1" fmla="*/ 1 w 551350"/>
                <a:gd name="csY1" fmla="*/ 62274 h 62273"/>
                <a:gd name="csX2" fmla="*/ 551351 w 551350"/>
                <a:gd name="csY2" fmla="*/ 62274 h 622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51350" h="62273">
                  <a:moveTo>
                    <a:pt x="1" y="1"/>
                  </a:moveTo>
                  <a:lnTo>
                    <a:pt x="1" y="62274"/>
                  </a:lnTo>
                  <a:lnTo>
                    <a:pt x="551351" y="62274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9" name="Graphic 4">
              <a:extLst>
                <a:ext uri="{FF2B5EF4-FFF2-40B4-BE49-F238E27FC236}">
                  <a16:creationId xmlns:a16="http://schemas.microsoft.com/office/drawing/2014/main" id="{3AA6F869-210A-0CA9-6816-6B805F4111BD}"/>
                </a:ext>
              </a:extLst>
            </p:cNvPr>
            <p:cNvGrpSpPr/>
            <p:nvPr/>
          </p:nvGrpSpPr>
          <p:grpSpPr>
            <a:xfrm>
              <a:off x="8039489" y="3770052"/>
              <a:ext cx="945172" cy="373642"/>
              <a:chOff x="8039489" y="3770052"/>
              <a:chExt cx="945172" cy="373642"/>
            </a:xfrm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98E5A24B-0868-4F6B-8214-B3727DC8C6B8}"/>
                  </a:ext>
                </a:extLst>
              </p:cNvPr>
              <p:cNvSpPr/>
              <p:nvPr/>
            </p:nvSpPr>
            <p:spPr>
              <a:xfrm>
                <a:off x="8039489" y="3770052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0FECA81-91DF-E89A-6C99-848517B338B4}"/>
                  </a:ext>
                </a:extLst>
              </p:cNvPr>
              <p:cNvSpPr txBox="1"/>
              <p:nvPr/>
            </p:nvSpPr>
            <p:spPr>
              <a:xfrm>
                <a:off x="8165025" y="3861563"/>
                <a:ext cx="692525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Contribution</a:t>
                </a:r>
              </a:p>
            </p:txBody>
          </p:sp>
        </p:grp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B711E01-EDBF-382E-C4F6-9EA16B43B150}"/>
                </a:ext>
              </a:extLst>
            </p:cNvPr>
            <p:cNvSpPr/>
            <p:nvPr/>
          </p:nvSpPr>
          <p:spPr>
            <a:xfrm>
              <a:off x="8512075" y="4143694"/>
              <a:ext cx="7876" cy="124547"/>
            </a:xfrm>
            <a:custGeom>
              <a:avLst/>
              <a:gdLst>
                <a:gd name="csX0" fmla="*/ 1 w 7876"/>
                <a:gd name="csY0" fmla="*/ 124548 h 124547"/>
                <a:gd name="csX1" fmla="*/ 1 w 7876"/>
                <a:gd name="csY1" fmla="*/ 1 h 124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76" h="124547">
                  <a:moveTo>
                    <a:pt x="1" y="124548"/>
                  </a:moveTo>
                  <a:lnTo>
                    <a:pt x="1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" name="Graphic 4">
              <a:extLst>
                <a:ext uri="{FF2B5EF4-FFF2-40B4-BE49-F238E27FC236}">
                  <a16:creationId xmlns:a16="http://schemas.microsoft.com/office/drawing/2014/main" id="{DD9F31BC-C0A2-8CB2-CE1F-A8C00D793866}"/>
                </a:ext>
              </a:extLst>
            </p:cNvPr>
            <p:cNvGrpSpPr/>
            <p:nvPr/>
          </p:nvGrpSpPr>
          <p:grpSpPr>
            <a:xfrm>
              <a:off x="8275782" y="4268242"/>
              <a:ext cx="472586" cy="311368"/>
              <a:chOff x="8275782" y="4268242"/>
              <a:chExt cx="472586" cy="311368"/>
            </a:xfrm>
          </p:grpSpPr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41FDEEBD-E206-BBC1-7289-F249B52103F7}"/>
                  </a:ext>
                </a:extLst>
              </p:cNvPr>
              <p:cNvSpPr/>
              <p:nvPr/>
            </p:nvSpPr>
            <p:spPr>
              <a:xfrm>
                <a:off x="8275782" y="4268242"/>
                <a:ext cx="472586" cy="311368"/>
              </a:xfrm>
              <a:prstGeom prst="ellipse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B18BB7D-B9B1-D4AC-0AAE-ABBB85FC0617}"/>
                  </a:ext>
                </a:extLst>
              </p:cNvPr>
              <p:cNvSpPr txBox="1"/>
              <p:nvPr/>
            </p:nvSpPr>
            <p:spPr>
              <a:xfrm>
                <a:off x="8331317" y="4350102"/>
                <a:ext cx="377267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Role</a:t>
                </a:r>
              </a:p>
            </p:txBody>
          </p:sp>
        </p:grp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7EEF5675-0E38-77ED-D031-E68EBA285388}"/>
                </a:ext>
              </a:extLst>
            </p:cNvPr>
            <p:cNvSpPr/>
            <p:nvPr/>
          </p:nvSpPr>
          <p:spPr>
            <a:xfrm>
              <a:off x="9851069" y="4268242"/>
              <a:ext cx="7876" cy="685011"/>
            </a:xfrm>
            <a:custGeom>
              <a:avLst/>
              <a:gdLst>
                <a:gd name="csX0" fmla="*/ 1 w 7876"/>
                <a:gd name="csY0" fmla="*/ 1 h 685011"/>
                <a:gd name="csX1" fmla="*/ 1 w 7876"/>
                <a:gd name="csY1" fmla="*/ 685012 h 6850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76" h="685011">
                  <a:moveTo>
                    <a:pt x="1" y="1"/>
                  </a:moveTo>
                  <a:lnTo>
                    <a:pt x="1" y="685012"/>
                  </a:lnTo>
                </a:path>
              </a:pathLst>
            </a:custGeom>
            <a:noFill/>
            <a:ln w="2362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" name="Graphic 4">
              <a:extLst>
                <a:ext uri="{FF2B5EF4-FFF2-40B4-BE49-F238E27FC236}">
                  <a16:creationId xmlns:a16="http://schemas.microsoft.com/office/drawing/2014/main" id="{6F0B0A80-7198-E7EC-7CFF-8A7855BDEA80}"/>
                </a:ext>
              </a:extLst>
            </p:cNvPr>
            <p:cNvGrpSpPr/>
            <p:nvPr/>
          </p:nvGrpSpPr>
          <p:grpSpPr>
            <a:xfrm>
              <a:off x="9468170" y="3770052"/>
              <a:ext cx="855484" cy="498190"/>
              <a:chOff x="9468170" y="3770052"/>
              <a:chExt cx="855484" cy="498190"/>
            </a:xfrm>
          </p:grpSpPr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3A5E31DC-A1E3-F730-05E4-3600A4D84B07}"/>
                  </a:ext>
                </a:extLst>
              </p:cNvPr>
              <p:cNvSpPr/>
              <p:nvPr/>
            </p:nvSpPr>
            <p:spPr>
              <a:xfrm>
                <a:off x="9536012" y="3770052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C8E11D2E-6B5C-A152-0D0B-60438246D75F}"/>
                  </a:ext>
                </a:extLst>
              </p:cNvPr>
              <p:cNvSpPr txBox="1"/>
              <p:nvPr/>
            </p:nvSpPr>
            <p:spPr>
              <a:xfrm>
                <a:off x="9468170" y="3894598"/>
                <a:ext cx="855484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Contrubuted_by</a:t>
                </a:r>
              </a:p>
            </p:txBody>
          </p:sp>
        </p:grp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D90B815-79D4-0923-58AA-A370BFADF617}"/>
                </a:ext>
              </a:extLst>
            </p:cNvPr>
            <p:cNvSpPr/>
            <p:nvPr/>
          </p:nvSpPr>
          <p:spPr>
            <a:xfrm>
              <a:off x="5912851" y="8814229"/>
              <a:ext cx="1338994" cy="373642"/>
            </a:xfrm>
            <a:custGeom>
              <a:avLst/>
              <a:gdLst>
                <a:gd name="csX0" fmla="*/ 1338995 w 1338994"/>
                <a:gd name="csY0" fmla="*/ 373643 h 373642"/>
                <a:gd name="csX1" fmla="*/ 1 w 1338994"/>
                <a:gd name="csY1" fmla="*/ 373643 h 373642"/>
                <a:gd name="csX2" fmla="*/ 1 w 1338994"/>
                <a:gd name="csY2" fmla="*/ 1 h 3736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338994" h="373642">
                  <a:moveTo>
                    <a:pt x="1338995" y="373643"/>
                  </a:moveTo>
                  <a:lnTo>
                    <a:pt x="1" y="373643"/>
                  </a:lnTo>
                  <a:lnTo>
                    <a:pt x="1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1" name="Graphic 4">
              <a:extLst>
                <a:ext uri="{FF2B5EF4-FFF2-40B4-BE49-F238E27FC236}">
                  <a16:creationId xmlns:a16="http://schemas.microsoft.com/office/drawing/2014/main" id="{6BED9BC9-F0E2-64E9-C3CE-83C0CC704996}"/>
                </a:ext>
              </a:extLst>
            </p:cNvPr>
            <p:cNvGrpSpPr/>
            <p:nvPr/>
          </p:nvGrpSpPr>
          <p:grpSpPr>
            <a:xfrm>
              <a:off x="7251845" y="8938777"/>
              <a:ext cx="630114" cy="498190"/>
              <a:chOff x="7251845" y="8938777"/>
              <a:chExt cx="630114" cy="498190"/>
            </a:xfrm>
          </p:grpSpPr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CFDA288A-3202-6EB7-7E54-CA1335DA430C}"/>
                  </a:ext>
                </a:extLst>
              </p:cNvPr>
              <p:cNvSpPr/>
              <p:nvPr/>
            </p:nvSpPr>
            <p:spPr>
              <a:xfrm>
                <a:off x="7251845" y="8938777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79D62B5-E4B6-A260-BDC4-E88ACC1523A1}"/>
                  </a:ext>
                </a:extLst>
              </p:cNvPr>
              <p:cNvSpPr txBox="1"/>
              <p:nvPr/>
            </p:nvSpPr>
            <p:spPr>
              <a:xfrm>
                <a:off x="7278753" y="9100408"/>
                <a:ext cx="524443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Manage</a:t>
                </a:r>
              </a:p>
            </p:txBody>
          </p:sp>
        </p:grpSp>
        <p:grpSp>
          <p:nvGrpSpPr>
            <p:cNvPr id="124" name="Graphic 4">
              <a:extLst>
                <a:ext uri="{FF2B5EF4-FFF2-40B4-BE49-F238E27FC236}">
                  <a16:creationId xmlns:a16="http://schemas.microsoft.com/office/drawing/2014/main" id="{0E2513C9-800E-D313-3342-4886B0B05DEB}"/>
                </a:ext>
              </a:extLst>
            </p:cNvPr>
            <p:cNvGrpSpPr/>
            <p:nvPr/>
          </p:nvGrpSpPr>
          <p:grpSpPr>
            <a:xfrm>
              <a:off x="7908346" y="9160409"/>
              <a:ext cx="840021" cy="56046"/>
              <a:chOff x="7908346" y="9160409"/>
              <a:chExt cx="840021" cy="56046"/>
            </a:xfrm>
          </p:grpSpPr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E841DB26-2460-F374-078E-FBBE157ED8AC}"/>
                  </a:ext>
                </a:extLst>
              </p:cNvPr>
              <p:cNvSpPr/>
              <p:nvPr/>
            </p:nvSpPr>
            <p:spPr>
              <a:xfrm>
                <a:off x="7961512" y="9188371"/>
                <a:ext cx="786855" cy="2241"/>
              </a:xfrm>
              <a:custGeom>
                <a:avLst/>
                <a:gdLst>
                  <a:gd name="csX0" fmla="*/ 786856 w 786855"/>
                  <a:gd name="csY0" fmla="*/ 2242 h 2241"/>
                  <a:gd name="csX1" fmla="*/ 353652 w 786855"/>
                  <a:gd name="csY1" fmla="*/ 2118 h 2241"/>
                  <a:gd name="csX2" fmla="*/ 1 w 786855"/>
                  <a:gd name="csY2" fmla="*/ 1 h 22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86855" h="2241">
                    <a:moveTo>
                      <a:pt x="786856" y="2242"/>
                    </a:moveTo>
                    <a:lnTo>
                      <a:pt x="353652" y="2118"/>
                    </a:lnTo>
                    <a:lnTo>
                      <a:pt x="1" y="1"/>
                    </a:lnTo>
                  </a:path>
                </a:pathLst>
              </a:custGeom>
              <a:noFill/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6C6D5994-34E8-4808-C069-11243A115EB1}"/>
                  </a:ext>
                </a:extLst>
              </p:cNvPr>
              <p:cNvSpPr/>
              <p:nvPr/>
            </p:nvSpPr>
            <p:spPr>
              <a:xfrm>
                <a:off x="7908346" y="9160409"/>
                <a:ext cx="71202" cy="56046"/>
              </a:xfrm>
              <a:custGeom>
                <a:avLst/>
                <a:gdLst>
                  <a:gd name="csX0" fmla="*/ 1 w 71202"/>
                  <a:gd name="csY0" fmla="*/ 27650 h 56046"/>
                  <a:gd name="csX1" fmla="*/ 71203 w 71202"/>
                  <a:gd name="csY1" fmla="*/ 1 h 56046"/>
                  <a:gd name="csX2" fmla="*/ 53166 w 71202"/>
                  <a:gd name="csY2" fmla="*/ 27962 h 56046"/>
                  <a:gd name="csX3" fmla="*/ 70652 w 71202"/>
                  <a:gd name="csY3" fmla="*/ 56047 h 560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1202" h="56046">
                    <a:moveTo>
                      <a:pt x="1" y="27650"/>
                    </a:moveTo>
                    <a:lnTo>
                      <a:pt x="71203" y="1"/>
                    </a:lnTo>
                    <a:lnTo>
                      <a:pt x="53166" y="27962"/>
                    </a:lnTo>
                    <a:lnTo>
                      <a:pt x="70652" y="56047"/>
                    </a:lnTo>
                    <a:close/>
                  </a:path>
                </a:pathLst>
              </a:custGeom>
              <a:solidFill>
                <a:srgbClr val="000000"/>
              </a:solidFill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7" name="Graphic 4">
              <a:extLst>
                <a:ext uri="{FF2B5EF4-FFF2-40B4-BE49-F238E27FC236}">
                  <a16:creationId xmlns:a16="http://schemas.microsoft.com/office/drawing/2014/main" id="{D67A8003-59D7-32FC-FD28-5EDEE236B913}"/>
                </a:ext>
              </a:extLst>
            </p:cNvPr>
            <p:cNvGrpSpPr/>
            <p:nvPr/>
          </p:nvGrpSpPr>
          <p:grpSpPr>
            <a:xfrm>
              <a:off x="8669604" y="9001051"/>
              <a:ext cx="945172" cy="373642"/>
              <a:chOff x="8669604" y="9001051"/>
              <a:chExt cx="945172" cy="373642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6BA58CEC-0157-3E01-5E8A-9CF49A05AA4C}"/>
                  </a:ext>
                </a:extLst>
              </p:cNvPr>
              <p:cNvSpPr/>
              <p:nvPr/>
            </p:nvSpPr>
            <p:spPr>
              <a:xfrm>
                <a:off x="8669604" y="9001051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82440F0-BB92-FC56-E2F6-DD6B70328A1E}"/>
                  </a:ext>
                </a:extLst>
              </p:cNvPr>
              <p:cNvSpPr txBox="1"/>
              <p:nvPr/>
            </p:nvSpPr>
            <p:spPr>
              <a:xfrm>
                <a:off x="8876550" y="9092562"/>
                <a:ext cx="529704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Budgets</a:t>
                </a:r>
              </a:p>
            </p:txBody>
          </p:sp>
        </p:grp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E1B2B2D-DC0A-B078-1412-46F59D08A4AC}"/>
                </a:ext>
              </a:extLst>
            </p:cNvPr>
            <p:cNvSpPr/>
            <p:nvPr/>
          </p:nvSpPr>
          <p:spPr>
            <a:xfrm>
              <a:off x="9851069" y="5326897"/>
              <a:ext cx="7876" cy="809559"/>
            </a:xfrm>
            <a:custGeom>
              <a:avLst/>
              <a:gdLst>
                <a:gd name="csX0" fmla="*/ 1 w 7876"/>
                <a:gd name="csY0" fmla="*/ 809560 h 809559"/>
                <a:gd name="csX1" fmla="*/ 1 w 7876"/>
                <a:gd name="csY1" fmla="*/ 1 h 8095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76" h="809559">
                  <a:moveTo>
                    <a:pt x="1" y="809560"/>
                  </a:moveTo>
                  <a:lnTo>
                    <a:pt x="1" y="1"/>
                  </a:lnTo>
                </a:path>
              </a:pathLst>
            </a:custGeom>
            <a:noFill/>
            <a:ln w="2362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0D3A3AD-D951-11E9-4D4D-9B74284ED1B5}"/>
                </a:ext>
              </a:extLst>
            </p:cNvPr>
            <p:cNvSpPr/>
            <p:nvPr/>
          </p:nvSpPr>
          <p:spPr>
            <a:xfrm>
              <a:off x="9614776" y="6634646"/>
              <a:ext cx="236293" cy="2553225"/>
            </a:xfrm>
            <a:custGeom>
              <a:avLst/>
              <a:gdLst>
                <a:gd name="csX0" fmla="*/ 236294 w 236293"/>
                <a:gd name="csY0" fmla="*/ 1 h 2553225"/>
                <a:gd name="csX1" fmla="*/ 236294 w 236293"/>
                <a:gd name="csY1" fmla="*/ 2553226 h 2553225"/>
                <a:gd name="csX2" fmla="*/ 1 w 236293"/>
                <a:gd name="csY2" fmla="*/ 2553226 h 25532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36293" h="2553225">
                  <a:moveTo>
                    <a:pt x="236294" y="1"/>
                  </a:moveTo>
                  <a:lnTo>
                    <a:pt x="236294" y="2553226"/>
                  </a:lnTo>
                  <a:lnTo>
                    <a:pt x="1" y="2553226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2" name="Graphic 4">
              <a:extLst>
                <a:ext uri="{FF2B5EF4-FFF2-40B4-BE49-F238E27FC236}">
                  <a16:creationId xmlns:a16="http://schemas.microsoft.com/office/drawing/2014/main" id="{00CDF529-6980-475C-91CA-DD2B911BB386}"/>
                </a:ext>
              </a:extLst>
            </p:cNvPr>
            <p:cNvGrpSpPr/>
            <p:nvPr/>
          </p:nvGrpSpPr>
          <p:grpSpPr>
            <a:xfrm>
              <a:off x="9536012" y="6136456"/>
              <a:ext cx="630114" cy="498190"/>
              <a:chOff x="9536012" y="6136456"/>
              <a:chExt cx="630114" cy="498190"/>
            </a:xfrm>
          </p:grpSpPr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034A0922-0CF8-3FE3-B145-5733023D17B5}"/>
                  </a:ext>
                </a:extLst>
              </p:cNvPr>
              <p:cNvSpPr/>
              <p:nvPr/>
            </p:nvSpPr>
            <p:spPr>
              <a:xfrm>
                <a:off x="9536012" y="6136456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2366041-06A2-9C1A-389C-93F81CFD027F}"/>
                  </a:ext>
                </a:extLst>
              </p:cNvPr>
              <p:cNvSpPr txBox="1"/>
              <p:nvPr/>
            </p:nvSpPr>
            <p:spPr>
              <a:xfrm>
                <a:off x="9597872" y="6298088"/>
                <a:ext cx="503444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Funded</a:t>
                </a:r>
              </a:p>
            </p:txBody>
          </p:sp>
        </p:grp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0CBCA2A9-4432-5940-285D-823F87F79AEE}"/>
                </a:ext>
              </a:extLst>
            </p:cNvPr>
            <p:cNvSpPr/>
            <p:nvPr/>
          </p:nvSpPr>
          <p:spPr>
            <a:xfrm>
              <a:off x="7724431" y="2150933"/>
              <a:ext cx="1338994" cy="6227"/>
            </a:xfrm>
            <a:custGeom>
              <a:avLst/>
              <a:gdLst>
                <a:gd name="csX0" fmla="*/ 1338995 w 1338994"/>
                <a:gd name="csY0" fmla="*/ 1 h 6227"/>
                <a:gd name="csX1" fmla="*/ 1 w 1338994"/>
                <a:gd name="csY1" fmla="*/ 1 h 6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8994" h="6227">
                  <a:moveTo>
                    <a:pt x="1338995" y="1"/>
                  </a:moveTo>
                  <a:lnTo>
                    <a:pt x="1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4E387AD-A645-22C1-39D5-22DDEE7E5557}"/>
                </a:ext>
              </a:extLst>
            </p:cNvPr>
            <p:cNvSpPr/>
            <p:nvPr/>
          </p:nvSpPr>
          <p:spPr>
            <a:xfrm>
              <a:off x="9536012" y="2337754"/>
              <a:ext cx="7876" cy="217958"/>
            </a:xfrm>
            <a:custGeom>
              <a:avLst/>
              <a:gdLst>
                <a:gd name="csX0" fmla="*/ 1 w 7876"/>
                <a:gd name="csY0" fmla="*/ 1 h 217958"/>
                <a:gd name="csX1" fmla="*/ 1 w 7876"/>
                <a:gd name="csY1" fmla="*/ 217959 h 217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76" h="217958">
                  <a:moveTo>
                    <a:pt x="1" y="1"/>
                  </a:moveTo>
                  <a:lnTo>
                    <a:pt x="1" y="217959"/>
                  </a:lnTo>
                </a:path>
              </a:pathLst>
            </a:custGeom>
            <a:noFill/>
            <a:ln w="2362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7" name="Graphic 4">
              <a:extLst>
                <a:ext uri="{FF2B5EF4-FFF2-40B4-BE49-F238E27FC236}">
                  <a16:creationId xmlns:a16="http://schemas.microsoft.com/office/drawing/2014/main" id="{67E98726-1FCA-0BCF-F4C4-698D4B370434}"/>
                </a:ext>
              </a:extLst>
            </p:cNvPr>
            <p:cNvGrpSpPr/>
            <p:nvPr/>
          </p:nvGrpSpPr>
          <p:grpSpPr>
            <a:xfrm>
              <a:off x="8984661" y="1964112"/>
              <a:ext cx="1023937" cy="373642"/>
              <a:chOff x="8984661" y="1964112"/>
              <a:chExt cx="1023937" cy="373642"/>
            </a:xfrm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7362C333-B268-EBF3-6906-CED701E8721D}"/>
                  </a:ext>
                </a:extLst>
              </p:cNvPr>
              <p:cNvSpPr/>
              <p:nvPr/>
            </p:nvSpPr>
            <p:spPr>
              <a:xfrm>
                <a:off x="9063426" y="1964112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5975AF0-B1F3-A292-8B52-7D004761BA3E}"/>
                  </a:ext>
                </a:extLst>
              </p:cNvPr>
              <p:cNvSpPr txBox="1"/>
              <p:nvPr/>
            </p:nvSpPr>
            <p:spPr>
              <a:xfrm>
                <a:off x="8984661" y="2047903"/>
                <a:ext cx="918434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model</a:t>
                </a:r>
              </a:p>
            </p:txBody>
          </p:sp>
        </p:grpSp>
        <p:grpSp>
          <p:nvGrpSpPr>
            <p:cNvPr id="140" name="Graphic 4">
              <a:extLst>
                <a:ext uri="{FF2B5EF4-FFF2-40B4-BE49-F238E27FC236}">
                  <a16:creationId xmlns:a16="http://schemas.microsoft.com/office/drawing/2014/main" id="{A2C8ADE4-9722-ED4D-1988-633C0FD8D2CB}"/>
                </a:ext>
              </a:extLst>
            </p:cNvPr>
            <p:cNvGrpSpPr/>
            <p:nvPr/>
          </p:nvGrpSpPr>
          <p:grpSpPr>
            <a:xfrm>
              <a:off x="7041059" y="1901838"/>
              <a:ext cx="781827" cy="498190"/>
              <a:chOff x="7041059" y="1901838"/>
              <a:chExt cx="781827" cy="498190"/>
            </a:xfrm>
          </p:grpSpPr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F19540E8-2FDC-D06C-47F5-C0B90320B4BC}"/>
                  </a:ext>
                </a:extLst>
              </p:cNvPr>
              <p:cNvSpPr/>
              <p:nvPr/>
            </p:nvSpPr>
            <p:spPr>
              <a:xfrm>
                <a:off x="7094316" y="1901838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56AA12F-D137-92C0-9BAF-FECAF15D0026}"/>
                  </a:ext>
                </a:extLst>
              </p:cNvPr>
              <p:cNvSpPr txBox="1"/>
              <p:nvPr/>
            </p:nvSpPr>
            <p:spPr>
              <a:xfrm>
                <a:off x="7041059" y="2063471"/>
                <a:ext cx="781827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Correspond to</a:t>
                </a:r>
              </a:p>
            </p:txBody>
          </p:sp>
        </p:grpSp>
        <p:grpSp>
          <p:nvGrpSpPr>
            <p:cNvPr id="143" name="Graphic 4">
              <a:extLst>
                <a:ext uri="{FF2B5EF4-FFF2-40B4-BE49-F238E27FC236}">
                  <a16:creationId xmlns:a16="http://schemas.microsoft.com/office/drawing/2014/main" id="{CF882CD1-70D1-C123-192B-76B7A9D83184}"/>
                </a:ext>
              </a:extLst>
            </p:cNvPr>
            <p:cNvGrpSpPr/>
            <p:nvPr/>
          </p:nvGrpSpPr>
          <p:grpSpPr>
            <a:xfrm>
              <a:off x="5498632" y="3209588"/>
              <a:ext cx="808041" cy="498190"/>
              <a:chOff x="5498632" y="3209588"/>
              <a:chExt cx="808041" cy="498190"/>
            </a:xfrm>
          </p:grpSpPr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3DCEED71-2502-EE68-CA61-A2F5D086AF7C}"/>
                  </a:ext>
                </a:extLst>
              </p:cNvPr>
              <p:cNvSpPr/>
              <p:nvPr/>
            </p:nvSpPr>
            <p:spPr>
              <a:xfrm>
                <a:off x="5597794" y="3209588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0C8427EA-89D8-0302-1B3E-0E400F6E6F8A}"/>
                  </a:ext>
                </a:extLst>
              </p:cNvPr>
              <p:cNvSpPr txBox="1"/>
              <p:nvPr/>
            </p:nvSpPr>
            <p:spPr>
              <a:xfrm>
                <a:off x="5498632" y="3340083"/>
                <a:ext cx="808041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Used_by_simu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47A1498E-C0AE-263D-813F-7280447679A4}"/>
                </a:ext>
              </a:extLst>
            </p:cNvPr>
            <p:cNvSpPr/>
            <p:nvPr/>
          </p:nvSpPr>
          <p:spPr>
            <a:xfrm>
              <a:off x="9536012" y="3053903"/>
              <a:ext cx="7876" cy="217958"/>
            </a:xfrm>
            <a:custGeom>
              <a:avLst/>
              <a:gdLst>
                <a:gd name="csX0" fmla="*/ 1 w 7876"/>
                <a:gd name="csY0" fmla="*/ 217959 h 217958"/>
                <a:gd name="csX1" fmla="*/ 1 w 7876"/>
                <a:gd name="csY1" fmla="*/ 1 h 217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76" h="217958">
                  <a:moveTo>
                    <a:pt x="1" y="217959"/>
                  </a:moveTo>
                  <a:lnTo>
                    <a:pt x="1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7" name="Graphic 4">
              <a:extLst>
                <a:ext uri="{FF2B5EF4-FFF2-40B4-BE49-F238E27FC236}">
                  <a16:creationId xmlns:a16="http://schemas.microsoft.com/office/drawing/2014/main" id="{74A54397-10D2-C937-7483-E8D6E3D0A571}"/>
                </a:ext>
              </a:extLst>
            </p:cNvPr>
            <p:cNvGrpSpPr/>
            <p:nvPr/>
          </p:nvGrpSpPr>
          <p:grpSpPr>
            <a:xfrm>
              <a:off x="9063426" y="3271861"/>
              <a:ext cx="945172" cy="373642"/>
              <a:chOff x="9063426" y="3271861"/>
              <a:chExt cx="945172" cy="373642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241BC6D2-D1E4-6C0B-7BCC-B20109B39E3A}"/>
                  </a:ext>
                </a:extLst>
              </p:cNvPr>
              <p:cNvSpPr/>
              <p:nvPr/>
            </p:nvSpPr>
            <p:spPr>
              <a:xfrm>
                <a:off x="9063426" y="3271861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EDCA5B0-5D04-FCCD-2B99-B333AE1D6E1C}"/>
                  </a:ext>
                </a:extLst>
              </p:cNvPr>
              <p:cNvSpPr txBox="1"/>
              <p:nvPr/>
            </p:nvSpPr>
            <p:spPr>
              <a:xfrm>
                <a:off x="9194269" y="3363372"/>
                <a:ext cx="681910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Certification</a:t>
                </a:r>
              </a:p>
            </p:txBody>
          </p:sp>
        </p:grp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5ADDE1DA-8338-61C5-E988-09CE29132034}"/>
                </a:ext>
              </a:extLst>
            </p:cNvPr>
            <p:cNvSpPr/>
            <p:nvPr/>
          </p:nvSpPr>
          <p:spPr>
            <a:xfrm>
              <a:off x="6700495" y="2898219"/>
              <a:ext cx="787643" cy="311368"/>
            </a:xfrm>
            <a:custGeom>
              <a:avLst/>
              <a:gdLst>
                <a:gd name="csX0" fmla="*/ 787644 w 787643"/>
                <a:gd name="csY0" fmla="*/ 311370 h 311368"/>
                <a:gd name="csX1" fmla="*/ 1 w 787643"/>
                <a:gd name="csY1" fmla="*/ 311370 h 311368"/>
                <a:gd name="csX2" fmla="*/ 1 w 787643"/>
                <a:gd name="csY2" fmla="*/ 1 h 311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87643" h="311368">
                  <a:moveTo>
                    <a:pt x="787644" y="311370"/>
                  </a:moveTo>
                  <a:lnTo>
                    <a:pt x="1" y="311370"/>
                  </a:lnTo>
                  <a:lnTo>
                    <a:pt x="1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9B6E7E2-7988-7A57-FCB7-7267DF634F34}"/>
                </a:ext>
              </a:extLst>
            </p:cNvPr>
            <p:cNvSpPr/>
            <p:nvPr/>
          </p:nvSpPr>
          <p:spPr>
            <a:xfrm>
              <a:off x="7488138" y="2898219"/>
              <a:ext cx="7876" cy="311368"/>
            </a:xfrm>
            <a:custGeom>
              <a:avLst/>
              <a:gdLst>
                <a:gd name="csX0" fmla="*/ 1 w 7876"/>
                <a:gd name="csY0" fmla="*/ 311370 h 311368"/>
                <a:gd name="csX1" fmla="*/ 1 w 7876"/>
                <a:gd name="csY1" fmla="*/ 1 h 311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76" h="311368">
                  <a:moveTo>
                    <a:pt x="1" y="311370"/>
                  </a:moveTo>
                  <a:lnTo>
                    <a:pt x="1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815B501-A39D-ED9E-5AAF-030D037BB92C}"/>
                </a:ext>
              </a:extLst>
            </p:cNvPr>
            <p:cNvSpPr/>
            <p:nvPr/>
          </p:nvSpPr>
          <p:spPr>
            <a:xfrm>
              <a:off x="7488138" y="2898219"/>
              <a:ext cx="787643" cy="311368"/>
            </a:xfrm>
            <a:custGeom>
              <a:avLst/>
              <a:gdLst>
                <a:gd name="csX0" fmla="*/ 1 w 787643"/>
                <a:gd name="csY0" fmla="*/ 311370 h 311368"/>
                <a:gd name="csX1" fmla="*/ 787644 w 787643"/>
                <a:gd name="csY1" fmla="*/ 311370 h 311368"/>
                <a:gd name="csX2" fmla="*/ 787644 w 787643"/>
                <a:gd name="csY2" fmla="*/ 1 h 311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87643" h="311368">
                  <a:moveTo>
                    <a:pt x="1" y="311370"/>
                  </a:moveTo>
                  <a:lnTo>
                    <a:pt x="787644" y="311370"/>
                  </a:lnTo>
                  <a:lnTo>
                    <a:pt x="787644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3" name="Graphic 4">
              <a:extLst>
                <a:ext uri="{FF2B5EF4-FFF2-40B4-BE49-F238E27FC236}">
                  <a16:creationId xmlns:a16="http://schemas.microsoft.com/office/drawing/2014/main" id="{E8F45F14-9A2C-837D-0B4E-EF0E99D8C77E}"/>
                </a:ext>
              </a:extLst>
            </p:cNvPr>
            <p:cNvGrpSpPr/>
            <p:nvPr/>
          </p:nvGrpSpPr>
          <p:grpSpPr>
            <a:xfrm>
              <a:off x="7173081" y="3209588"/>
              <a:ext cx="630114" cy="498190"/>
              <a:chOff x="7173081" y="3209588"/>
              <a:chExt cx="630114" cy="498190"/>
            </a:xfrm>
          </p:grpSpPr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8CF74362-16F1-B9C7-CE09-65AB83EFEA9D}"/>
                  </a:ext>
                </a:extLst>
              </p:cNvPr>
              <p:cNvSpPr/>
              <p:nvPr/>
            </p:nvSpPr>
            <p:spPr>
              <a:xfrm>
                <a:off x="7173081" y="3209588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0EA3334-F068-08B1-5D0E-7FE561CEE280}"/>
                  </a:ext>
                </a:extLst>
              </p:cNvPr>
              <p:cNvSpPr txBox="1"/>
              <p:nvPr/>
            </p:nvSpPr>
            <p:spPr>
              <a:xfrm>
                <a:off x="7288091" y="3386230"/>
                <a:ext cx="377267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Hold</a:t>
                </a:r>
              </a:p>
            </p:txBody>
          </p:sp>
        </p:grp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3685443-DEF2-135E-6076-5A54694ED5C7}"/>
                </a:ext>
              </a:extLst>
            </p:cNvPr>
            <p:cNvSpPr/>
            <p:nvPr/>
          </p:nvSpPr>
          <p:spPr>
            <a:xfrm>
              <a:off x="7803196" y="3458683"/>
              <a:ext cx="1260229" cy="6227"/>
            </a:xfrm>
            <a:custGeom>
              <a:avLst/>
              <a:gdLst>
                <a:gd name="csX0" fmla="*/ 1260230 w 1260229"/>
                <a:gd name="csY0" fmla="*/ 1 h 6227"/>
                <a:gd name="csX1" fmla="*/ 1 w 1260229"/>
                <a:gd name="csY1" fmla="*/ 1 h 6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0229" h="6227">
                  <a:moveTo>
                    <a:pt x="1260230" y="1"/>
                  </a:moveTo>
                  <a:lnTo>
                    <a:pt x="1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7" name="Graphic 4">
              <a:extLst>
                <a:ext uri="{FF2B5EF4-FFF2-40B4-BE49-F238E27FC236}">
                  <a16:creationId xmlns:a16="http://schemas.microsoft.com/office/drawing/2014/main" id="{548AB9A9-C94A-ED61-9F3C-0D3DB010BBF2}"/>
                </a:ext>
              </a:extLst>
            </p:cNvPr>
            <p:cNvGrpSpPr/>
            <p:nvPr/>
          </p:nvGrpSpPr>
          <p:grpSpPr>
            <a:xfrm>
              <a:off x="6372592" y="2586850"/>
              <a:ext cx="642959" cy="311368"/>
              <a:chOff x="6372592" y="2586850"/>
              <a:chExt cx="642959" cy="311368"/>
            </a:xfrm>
          </p:grpSpPr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285EA3BC-36D6-DB99-F71D-653556651CEF}"/>
                  </a:ext>
                </a:extLst>
              </p:cNvPr>
              <p:cNvSpPr/>
              <p:nvPr/>
            </p:nvSpPr>
            <p:spPr>
              <a:xfrm>
                <a:off x="6385437" y="2586850"/>
                <a:ext cx="630114" cy="311368"/>
              </a:xfrm>
              <a:prstGeom prst="ellipse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021BD171-C9AC-3A46-3999-C18794A3EF7E}"/>
                  </a:ext>
                </a:extLst>
              </p:cNvPr>
              <p:cNvSpPr txBox="1"/>
              <p:nvPr/>
            </p:nvSpPr>
            <p:spPr>
              <a:xfrm>
                <a:off x="6372592" y="2623935"/>
                <a:ext cx="640051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issue_date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160" name="Graphic 4">
              <a:extLst>
                <a:ext uri="{FF2B5EF4-FFF2-40B4-BE49-F238E27FC236}">
                  <a16:creationId xmlns:a16="http://schemas.microsoft.com/office/drawing/2014/main" id="{4A68F9FE-D2AC-0293-6530-D32754B79A02}"/>
                </a:ext>
              </a:extLst>
            </p:cNvPr>
            <p:cNvGrpSpPr/>
            <p:nvPr/>
          </p:nvGrpSpPr>
          <p:grpSpPr>
            <a:xfrm>
              <a:off x="7173081" y="2586850"/>
              <a:ext cx="630114" cy="311368"/>
              <a:chOff x="7173081" y="2586850"/>
              <a:chExt cx="630114" cy="311368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4D2509EA-7DEE-F84A-44E6-143A8FF435C5}"/>
                  </a:ext>
                </a:extLst>
              </p:cNvPr>
              <p:cNvSpPr/>
              <p:nvPr/>
            </p:nvSpPr>
            <p:spPr>
              <a:xfrm>
                <a:off x="7173081" y="2586850"/>
                <a:ext cx="630114" cy="311368"/>
              </a:xfrm>
              <a:prstGeom prst="ellipse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35D33BFA-2DFF-420F-1B3E-75555EFC7D88}"/>
                  </a:ext>
                </a:extLst>
              </p:cNvPr>
              <p:cNvSpPr txBox="1"/>
              <p:nvPr/>
            </p:nvSpPr>
            <p:spPr>
              <a:xfrm>
                <a:off x="7194365" y="2661019"/>
                <a:ext cx="571794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exp_date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163" name="Graphic 4">
              <a:extLst>
                <a:ext uri="{FF2B5EF4-FFF2-40B4-BE49-F238E27FC236}">
                  <a16:creationId xmlns:a16="http://schemas.microsoft.com/office/drawing/2014/main" id="{78F2D89D-612C-D15C-4DF0-85D898C9D71E}"/>
                </a:ext>
              </a:extLst>
            </p:cNvPr>
            <p:cNvGrpSpPr/>
            <p:nvPr/>
          </p:nvGrpSpPr>
          <p:grpSpPr>
            <a:xfrm>
              <a:off x="7960725" y="2586850"/>
              <a:ext cx="630114" cy="311368"/>
              <a:chOff x="7960725" y="2586850"/>
              <a:chExt cx="630114" cy="311368"/>
            </a:xfrm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CE806D9D-B4C4-7518-A58F-ADE3EDE49075}"/>
                  </a:ext>
                </a:extLst>
              </p:cNvPr>
              <p:cNvSpPr/>
              <p:nvPr/>
            </p:nvSpPr>
            <p:spPr>
              <a:xfrm>
                <a:off x="7960725" y="2586850"/>
                <a:ext cx="630114" cy="311368"/>
              </a:xfrm>
              <a:prstGeom prst="ellipse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9C5DA7FF-811F-D4C8-F4F7-C881C2ABDB70}"/>
                  </a:ext>
                </a:extLst>
              </p:cNvPr>
              <p:cNvSpPr txBox="1"/>
              <p:nvPr/>
            </p:nvSpPr>
            <p:spPr>
              <a:xfrm>
                <a:off x="8039488" y="2661019"/>
                <a:ext cx="414004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result</a:t>
                </a:r>
              </a:p>
            </p:txBody>
          </p:sp>
        </p:grpSp>
        <p:grpSp>
          <p:nvGrpSpPr>
            <p:cNvPr id="166" name="Graphic 4">
              <a:extLst>
                <a:ext uri="{FF2B5EF4-FFF2-40B4-BE49-F238E27FC236}">
                  <a16:creationId xmlns:a16="http://schemas.microsoft.com/office/drawing/2014/main" id="{737B905C-AB20-8818-7A99-76A7E662470A}"/>
                </a:ext>
              </a:extLst>
            </p:cNvPr>
            <p:cNvGrpSpPr/>
            <p:nvPr/>
          </p:nvGrpSpPr>
          <p:grpSpPr>
            <a:xfrm>
              <a:off x="9220954" y="2555713"/>
              <a:ext cx="630114" cy="498190"/>
              <a:chOff x="9220954" y="2555713"/>
              <a:chExt cx="630114" cy="498190"/>
            </a:xfrm>
          </p:grpSpPr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6DC11354-4AD4-99CF-538D-0E398B1C9A3E}"/>
                  </a:ext>
                </a:extLst>
              </p:cNvPr>
              <p:cNvSpPr/>
              <p:nvPr/>
            </p:nvSpPr>
            <p:spPr>
              <a:xfrm>
                <a:off x="9220954" y="2555713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857D403A-EE51-3833-C7E4-A80FFFF62C5E}"/>
                  </a:ext>
                </a:extLst>
              </p:cNvPr>
              <p:cNvSpPr txBox="1"/>
              <p:nvPr/>
            </p:nvSpPr>
            <p:spPr>
              <a:xfrm>
                <a:off x="9228830" y="2723292"/>
                <a:ext cx="582178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Authorize</a:t>
                </a:r>
              </a:p>
            </p:txBody>
          </p:sp>
        </p:grpSp>
        <p:grpSp>
          <p:nvGrpSpPr>
            <p:cNvPr id="169" name="Graphic 4">
              <a:extLst>
                <a:ext uri="{FF2B5EF4-FFF2-40B4-BE49-F238E27FC236}">
                  <a16:creationId xmlns:a16="http://schemas.microsoft.com/office/drawing/2014/main" id="{993334FB-16CA-2C84-5339-038EA8470E72}"/>
                </a:ext>
              </a:extLst>
            </p:cNvPr>
            <p:cNvGrpSpPr/>
            <p:nvPr/>
          </p:nvGrpSpPr>
          <p:grpSpPr>
            <a:xfrm>
              <a:off x="7672053" y="4925231"/>
              <a:ext cx="225659" cy="56046"/>
              <a:chOff x="7672053" y="4925231"/>
              <a:chExt cx="225659" cy="56046"/>
            </a:xfrm>
          </p:grpSpPr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E7808D9E-099B-462A-16C2-17AE3D12D8F9}"/>
                  </a:ext>
                </a:extLst>
              </p:cNvPr>
              <p:cNvSpPr/>
              <p:nvPr/>
            </p:nvSpPr>
            <p:spPr>
              <a:xfrm>
                <a:off x="7725219" y="4953254"/>
                <a:ext cx="172493" cy="6227"/>
              </a:xfrm>
              <a:custGeom>
                <a:avLst/>
                <a:gdLst>
                  <a:gd name="csX0" fmla="*/ 172494 w 172493"/>
                  <a:gd name="csY0" fmla="*/ 1 h 6227"/>
                  <a:gd name="csX1" fmla="*/ 1 w 172493"/>
                  <a:gd name="csY1" fmla="*/ 1 h 6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72493" h="6227">
                    <a:moveTo>
                      <a:pt x="172494" y="1"/>
                    </a:moveTo>
                    <a:lnTo>
                      <a:pt x="1" y="1"/>
                    </a:lnTo>
                  </a:path>
                </a:pathLst>
              </a:custGeom>
              <a:noFill/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7D4B8848-32B0-A1E2-61A7-26D31D189242}"/>
                  </a:ext>
                </a:extLst>
              </p:cNvPr>
              <p:cNvSpPr/>
              <p:nvPr/>
            </p:nvSpPr>
            <p:spPr>
              <a:xfrm>
                <a:off x="7672053" y="4925231"/>
                <a:ext cx="70887" cy="56046"/>
              </a:xfrm>
              <a:custGeom>
                <a:avLst/>
                <a:gdLst>
                  <a:gd name="csX0" fmla="*/ 1 w 70887"/>
                  <a:gd name="csY0" fmla="*/ 28024 h 56046"/>
                  <a:gd name="csX1" fmla="*/ 70888 w 70887"/>
                  <a:gd name="csY1" fmla="*/ 1 h 56046"/>
                  <a:gd name="csX2" fmla="*/ 53166 w 70887"/>
                  <a:gd name="csY2" fmla="*/ 28024 h 56046"/>
                  <a:gd name="csX3" fmla="*/ 70888 w 70887"/>
                  <a:gd name="csY3" fmla="*/ 56047 h 560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0887" h="56046">
                    <a:moveTo>
                      <a:pt x="1" y="28024"/>
                    </a:moveTo>
                    <a:lnTo>
                      <a:pt x="70888" y="1"/>
                    </a:lnTo>
                    <a:lnTo>
                      <a:pt x="53166" y="28024"/>
                    </a:lnTo>
                    <a:lnTo>
                      <a:pt x="70888" y="56047"/>
                    </a:lnTo>
                    <a:close/>
                  </a:path>
                </a:pathLst>
              </a:custGeom>
              <a:solidFill>
                <a:srgbClr val="000000"/>
              </a:solidFill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2" name="Graphic 4">
              <a:extLst>
                <a:ext uri="{FF2B5EF4-FFF2-40B4-BE49-F238E27FC236}">
                  <a16:creationId xmlns:a16="http://schemas.microsoft.com/office/drawing/2014/main" id="{9F0D7F0E-D5FF-1F69-A163-C81D45B8393F}"/>
                </a:ext>
              </a:extLst>
            </p:cNvPr>
            <p:cNvGrpSpPr/>
            <p:nvPr/>
          </p:nvGrpSpPr>
          <p:grpSpPr>
            <a:xfrm>
              <a:off x="8342732" y="5140075"/>
              <a:ext cx="55135" cy="304394"/>
              <a:chOff x="8342732" y="5140075"/>
              <a:chExt cx="55135" cy="304394"/>
            </a:xfrm>
          </p:grpSpPr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9A58EF68-542B-79F6-367B-5D1C2831FC74}"/>
                  </a:ext>
                </a:extLst>
              </p:cNvPr>
              <p:cNvSpPr/>
              <p:nvPr/>
            </p:nvSpPr>
            <p:spPr>
              <a:xfrm>
                <a:off x="8370299" y="5140075"/>
                <a:ext cx="7876" cy="271700"/>
              </a:xfrm>
              <a:custGeom>
                <a:avLst/>
                <a:gdLst>
                  <a:gd name="csX0" fmla="*/ 1 w 7876"/>
                  <a:gd name="csY0" fmla="*/ 1 h 271700"/>
                  <a:gd name="csX1" fmla="*/ 1 w 7876"/>
                  <a:gd name="csY1" fmla="*/ 271701 h 271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876" h="271700">
                    <a:moveTo>
                      <a:pt x="1" y="1"/>
                    </a:moveTo>
                    <a:lnTo>
                      <a:pt x="1" y="271701"/>
                    </a:lnTo>
                  </a:path>
                </a:pathLst>
              </a:custGeom>
              <a:noFill/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D2417786-3710-2BF2-C5BD-35A304D9E204}"/>
                  </a:ext>
                </a:extLst>
              </p:cNvPr>
              <p:cNvSpPr/>
              <p:nvPr/>
            </p:nvSpPr>
            <p:spPr>
              <a:xfrm>
                <a:off x="8342732" y="5400878"/>
                <a:ext cx="55135" cy="43591"/>
              </a:xfrm>
              <a:custGeom>
                <a:avLst/>
                <a:gdLst>
                  <a:gd name="csX0" fmla="*/ 27568 w 55135"/>
                  <a:gd name="csY0" fmla="*/ 43592 h 43591"/>
                  <a:gd name="csX1" fmla="*/ 1 w 55135"/>
                  <a:gd name="csY1" fmla="*/ 1 h 43591"/>
                  <a:gd name="csX2" fmla="*/ 27568 w 55135"/>
                  <a:gd name="csY2" fmla="*/ 10898 h 43591"/>
                  <a:gd name="csX3" fmla="*/ 55136 w 55135"/>
                  <a:gd name="csY3" fmla="*/ 1 h 435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135" h="43591">
                    <a:moveTo>
                      <a:pt x="27568" y="43592"/>
                    </a:moveTo>
                    <a:lnTo>
                      <a:pt x="1" y="1"/>
                    </a:lnTo>
                    <a:lnTo>
                      <a:pt x="27568" y="10898"/>
                    </a:lnTo>
                    <a:lnTo>
                      <a:pt x="55136" y="1"/>
                    </a:lnTo>
                    <a:close/>
                  </a:path>
                </a:pathLst>
              </a:custGeom>
              <a:solidFill>
                <a:srgbClr val="000000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5" name="Graphic 4">
              <a:extLst>
                <a:ext uri="{FF2B5EF4-FFF2-40B4-BE49-F238E27FC236}">
                  <a16:creationId xmlns:a16="http://schemas.microsoft.com/office/drawing/2014/main" id="{840F4351-9C73-EEA8-50DB-FB42CE3B7F22}"/>
                </a:ext>
              </a:extLst>
            </p:cNvPr>
            <p:cNvGrpSpPr/>
            <p:nvPr/>
          </p:nvGrpSpPr>
          <p:grpSpPr>
            <a:xfrm>
              <a:off x="7897713" y="4766433"/>
              <a:ext cx="945172" cy="373642"/>
              <a:chOff x="7897713" y="4766433"/>
              <a:chExt cx="945172" cy="373642"/>
            </a:xfrm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BCF38255-6839-8BE2-6FAE-B46021B0C70B}"/>
                  </a:ext>
                </a:extLst>
              </p:cNvPr>
              <p:cNvSpPr/>
              <p:nvPr/>
            </p:nvSpPr>
            <p:spPr>
              <a:xfrm>
                <a:off x="7897713" y="4766433"/>
                <a:ext cx="945172" cy="373642"/>
              </a:xfrm>
              <a:prstGeom prst="rect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7D66D3D0-DBA4-C1CF-DAD5-9F7441DFF0C4}"/>
                  </a:ext>
                </a:extLst>
              </p:cNvPr>
              <p:cNvSpPr txBox="1"/>
              <p:nvPr/>
            </p:nvSpPr>
            <p:spPr>
              <a:xfrm>
                <a:off x="8025903" y="4857944"/>
                <a:ext cx="687218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Reservation</a:t>
                </a:r>
              </a:p>
            </p:txBody>
          </p:sp>
        </p:grpSp>
        <p:grpSp>
          <p:nvGrpSpPr>
            <p:cNvPr id="178" name="Graphic 4">
              <a:extLst>
                <a:ext uri="{FF2B5EF4-FFF2-40B4-BE49-F238E27FC236}">
                  <a16:creationId xmlns:a16="http://schemas.microsoft.com/office/drawing/2014/main" id="{D893B343-FC09-5AFE-3936-325560E06210}"/>
                </a:ext>
              </a:extLst>
            </p:cNvPr>
            <p:cNvGrpSpPr/>
            <p:nvPr/>
          </p:nvGrpSpPr>
          <p:grpSpPr>
            <a:xfrm>
              <a:off x="7007676" y="4704159"/>
              <a:ext cx="630114" cy="498190"/>
              <a:chOff x="7007676" y="4704159"/>
              <a:chExt cx="630114" cy="498190"/>
            </a:xfrm>
          </p:grpSpPr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5111B248-12FF-DCB7-3A66-14BD6B3B9A0F}"/>
                  </a:ext>
                </a:extLst>
              </p:cNvPr>
              <p:cNvSpPr/>
              <p:nvPr/>
            </p:nvSpPr>
            <p:spPr>
              <a:xfrm>
                <a:off x="7007676" y="4704159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7E19A4E4-8A8B-5DA3-67F2-CAC5826C44BA}"/>
                  </a:ext>
                </a:extLst>
              </p:cNvPr>
              <p:cNvSpPr txBox="1"/>
              <p:nvPr/>
            </p:nvSpPr>
            <p:spPr>
              <a:xfrm>
                <a:off x="7032982" y="4828705"/>
                <a:ext cx="555872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Made By</a:t>
                </a:r>
              </a:p>
            </p:txBody>
          </p:sp>
        </p:grpSp>
        <p:grpSp>
          <p:nvGrpSpPr>
            <p:cNvPr id="181" name="Graphic 4">
              <a:extLst>
                <a:ext uri="{FF2B5EF4-FFF2-40B4-BE49-F238E27FC236}">
                  <a16:creationId xmlns:a16="http://schemas.microsoft.com/office/drawing/2014/main" id="{F5FB0473-643C-5DF9-CE9C-A5374B84CE95}"/>
                </a:ext>
              </a:extLst>
            </p:cNvPr>
            <p:cNvGrpSpPr/>
            <p:nvPr/>
          </p:nvGrpSpPr>
          <p:grpSpPr>
            <a:xfrm>
              <a:off x="8055242" y="5451444"/>
              <a:ext cx="630114" cy="498190"/>
              <a:chOff x="8055242" y="5451444"/>
              <a:chExt cx="630114" cy="498190"/>
            </a:xfrm>
          </p:grpSpPr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1D3C0C5E-2152-2BC3-2E19-69D4B0E6CDCB}"/>
                  </a:ext>
                </a:extLst>
              </p:cNvPr>
              <p:cNvSpPr/>
              <p:nvPr/>
            </p:nvSpPr>
            <p:spPr>
              <a:xfrm>
                <a:off x="8055242" y="5451444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47A2FDE3-1DCF-EBAE-DC84-01F92C4F9066}"/>
                  </a:ext>
                </a:extLst>
              </p:cNvPr>
              <p:cNvSpPr txBox="1"/>
              <p:nvPr/>
            </p:nvSpPr>
            <p:spPr>
              <a:xfrm>
                <a:off x="8084448" y="5606849"/>
                <a:ext cx="571702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Assigned</a:t>
                </a:r>
              </a:p>
            </p:txBody>
          </p:sp>
        </p:grp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967B6796-6ADE-F722-AF21-774A05AA8A34}"/>
                </a:ext>
              </a:extLst>
            </p:cNvPr>
            <p:cNvSpPr/>
            <p:nvPr/>
          </p:nvSpPr>
          <p:spPr>
            <a:xfrm>
              <a:off x="7685049" y="5700539"/>
              <a:ext cx="354439" cy="6227"/>
            </a:xfrm>
            <a:custGeom>
              <a:avLst/>
              <a:gdLst>
                <a:gd name="csX0" fmla="*/ 1 w 354439"/>
                <a:gd name="csY0" fmla="*/ 1 h 6227"/>
                <a:gd name="csX1" fmla="*/ 354440 w 354439"/>
                <a:gd name="csY1" fmla="*/ 1 h 6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54439" h="6227">
                  <a:moveTo>
                    <a:pt x="1" y="1"/>
                  </a:moveTo>
                  <a:lnTo>
                    <a:pt x="354440" y="1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5" name="Graphic 4">
              <a:extLst>
                <a:ext uri="{FF2B5EF4-FFF2-40B4-BE49-F238E27FC236}">
                  <a16:creationId xmlns:a16="http://schemas.microsoft.com/office/drawing/2014/main" id="{0FE1D6F0-15DC-7D6B-8FDE-629F49555391}"/>
                </a:ext>
              </a:extLst>
            </p:cNvPr>
            <p:cNvGrpSpPr/>
            <p:nvPr/>
          </p:nvGrpSpPr>
          <p:grpSpPr>
            <a:xfrm>
              <a:off x="6873776" y="5544855"/>
              <a:ext cx="811273" cy="311368"/>
              <a:chOff x="6873776" y="5544855"/>
              <a:chExt cx="811273" cy="311368"/>
            </a:xfrm>
          </p:grpSpPr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61112486-2109-BCE5-6712-6938ED1A8012}"/>
                  </a:ext>
                </a:extLst>
              </p:cNvPr>
              <p:cNvSpPr/>
              <p:nvPr/>
            </p:nvSpPr>
            <p:spPr>
              <a:xfrm>
                <a:off x="6936788" y="5544855"/>
                <a:ext cx="748261" cy="311368"/>
              </a:xfrm>
              <a:prstGeom prst="ellipse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381C8F47-AD1D-FFFD-E372-1E8BFE947F52}"/>
                  </a:ext>
                </a:extLst>
              </p:cNvPr>
              <p:cNvSpPr txBox="1"/>
              <p:nvPr/>
            </p:nvSpPr>
            <p:spPr>
              <a:xfrm>
                <a:off x="6873776" y="5575992"/>
                <a:ext cx="802964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who_approved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188" name="Graphic 4">
              <a:extLst>
                <a:ext uri="{FF2B5EF4-FFF2-40B4-BE49-F238E27FC236}">
                  <a16:creationId xmlns:a16="http://schemas.microsoft.com/office/drawing/2014/main" id="{6EB8C00B-3ACF-E4BC-B84E-C1BA41D9373B}"/>
                </a:ext>
              </a:extLst>
            </p:cNvPr>
            <p:cNvGrpSpPr/>
            <p:nvPr/>
          </p:nvGrpSpPr>
          <p:grpSpPr>
            <a:xfrm>
              <a:off x="2994632" y="8997937"/>
              <a:ext cx="866407" cy="186821"/>
              <a:chOff x="2994632" y="8997937"/>
              <a:chExt cx="866407" cy="186821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E4A93743-1C02-3BB3-A1CC-A2F08B2DCCC8}"/>
                  </a:ext>
                </a:extLst>
              </p:cNvPr>
              <p:cNvSpPr/>
              <p:nvPr/>
            </p:nvSpPr>
            <p:spPr>
              <a:xfrm>
                <a:off x="2994632" y="8997937"/>
                <a:ext cx="866407" cy="186821"/>
              </a:xfrm>
              <a:prstGeom prst="rect">
                <a:avLst/>
              </a:prstGeom>
              <a:noFill/>
              <a:ln w="787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C53F335-03FC-B616-5097-589EDBDC165A}"/>
                  </a:ext>
                </a:extLst>
              </p:cNvPr>
              <p:cNvSpPr txBox="1"/>
              <p:nvPr/>
            </p:nvSpPr>
            <p:spPr>
              <a:xfrm>
                <a:off x="2984968" y="8999151"/>
                <a:ext cx="892036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Requires Faculty</a:t>
                </a:r>
              </a:p>
            </p:txBody>
          </p:sp>
        </p:grpSp>
        <p:grpSp>
          <p:nvGrpSpPr>
            <p:cNvPr id="191" name="Graphic 4">
              <a:extLst>
                <a:ext uri="{FF2B5EF4-FFF2-40B4-BE49-F238E27FC236}">
                  <a16:creationId xmlns:a16="http://schemas.microsoft.com/office/drawing/2014/main" id="{5F932339-5CF2-46BF-55D9-30F05C21E0E5}"/>
                </a:ext>
              </a:extLst>
            </p:cNvPr>
            <p:cNvGrpSpPr/>
            <p:nvPr/>
          </p:nvGrpSpPr>
          <p:grpSpPr>
            <a:xfrm>
              <a:off x="7169143" y="6382438"/>
              <a:ext cx="472586" cy="186821"/>
              <a:chOff x="7169143" y="6382438"/>
              <a:chExt cx="472586" cy="186821"/>
            </a:xfrm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A5E117BC-94DB-5CB9-D30B-E110F1631101}"/>
                  </a:ext>
                </a:extLst>
              </p:cNvPr>
              <p:cNvSpPr/>
              <p:nvPr/>
            </p:nvSpPr>
            <p:spPr>
              <a:xfrm>
                <a:off x="7169143" y="6382438"/>
                <a:ext cx="472586" cy="186821"/>
              </a:xfrm>
              <a:prstGeom prst="rect">
                <a:avLst/>
              </a:prstGeom>
              <a:noFill/>
              <a:ln w="787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BE99C7CF-BA8C-7AA9-9BF9-F4AA913B58A2}"/>
                  </a:ext>
                </a:extLst>
              </p:cNvPr>
              <p:cNvSpPr txBox="1"/>
              <p:nvPr/>
            </p:nvSpPr>
            <p:spPr>
              <a:xfrm>
                <a:off x="7101760" y="6383652"/>
                <a:ext cx="613653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Approvers</a:t>
                </a:r>
              </a:p>
            </p:txBody>
          </p:sp>
        </p:grpSp>
        <p:grpSp>
          <p:nvGrpSpPr>
            <p:cNvPr id="194" name="Graphic 4">
              <a:extLst>
                <a:ext uri="{FF2B5EF4-FFF2-40B4-BE49-F238E27FC236}">
                  <a16:creationId xmlns:a16="http://schemas.microsoft.com/office/drawing/2014/main" id="{B5A174EB-8603-0670-B791-67B529FC3E64}"/>
                </a:ext>
              </a:extLst>
            </p:cNvPr>
            <p:cNvGrpSpPr/>
            <p:nvPr/>
          </p:nvGrpSpPr>
          <p:grpSpPr>
            <a:xfrm>
              <a:off x="5877407" y="1154552"/>
              <a:ext cx="70887" cy="228233"/>
              <a:chOff x="5877407" y="1154552"/>
              <a:chExt cx="70887" cy="228233"/>
            </a:xfrm>
          </p:grpSpPr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2E30DC2-AB23-378C-9E51-88926EB766B6}"/>
                  </a:ext>
                </a:extLst>
              </p:cNvPr>
              <p:cNvSpPr/>
              <p:nvPr/>
            </p:nvSpPr>
            <p:spPr>
              <a:xfrm>
                <a:off x="5912851" y="1154552"/>
                <a:ext cx="7876" cy="186198"/>
              </a:xfrm>
              <a:custGeom>
                <a:avLst/>
                <a:gdLst>
                  <a:gd name="csX0" fmla="*/ 1 w 7876"/>
                  <a:gd name="csY0" fmla="*/ 1 h 186198"/>
                  <a:gd name="csX1" fmla="*/ 1 w 7876"/>
                  <a:gd name="csY1" fmla="*/ 186199 h 1861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876" h="186198">
                    <a:moveTo>
                      <a:pt x="1" y="1"/>
                    </a:moveTo>
                    <a:lnTo>
                      <a:pt x="1" y="186199"/>
                    </a:lnTo>
                  </a:path>
                </a:pathLst>
              </a:custGeom>
              <a:noFill/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888529DF-031C-0EC4-A773-604A31E38E9B}"/>
                  </a:ext>
                </a:extLst>
              </p:cNvPr>
              <p:cNvSpPr/>
              <p:nvPr/>
            </p:nvSpPr>
            <p:spPr>
              <a:xfrm>
                <a:off x="5877407" y="1326739"/>
                <a:ext cx="70887" cy="56046"/>
              </a:xfrm>
              <a:custGeom>
                <a:avLst/>
                <a:gdLst>
                  <a:gd name="csX0" fmla="*/ 35444 w 70887"/>
                  <a:gd name="csY0" fmla="*/ 56047 h 56046"/>
                  <a:gd name="csX1" fmla="*/ 1 w 70887"/>
                  <a:gd name="csY1" fmla="*/ 1 h 56046"/>
                  <a:gd name="csX2" fmla="*/ 35444 w 70887"/>
                  <a:gd name="csY2" fmla="*/ 14012 h 56046"/>
                  <a:gd name="csX3" fmla="*/ 70888 w 70887"/>
                  <a:gd name="csY3" fmla="*/ 1 h 560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0887" h="56046">
                    <a:moveTo>
                      <a:pt x="35444" y="56047"/>
                    </a:moveTo>
                    <a:lnTo>
                      <a:pt x="1" y="1"/>
                    </a:lnTo>
                    <a:lnTo>
                      <a:pt x="35444" y="14012"/>
                    </a:lnTo>
                    <a:lnTo>
                      <a:pt x="70888" y="1"/>
                    </a:lnTo>
                    <a:close/>
                  </a:path>
                </a:pathLst>
              </a:custGeom>
              <a:solidFill>
                <a:srgbClr val="000000"/>
              </a:solidFill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7" name="Graphic 4">
              <a:extLst>
                <a:ext uri="{FF2B5EF4-FFF2-40B4-BE49-F238E27FC236}">
                  <a16:creationId xmlns:a16="http://schemas.microsoft.com/office/drawing/2014/main" id="{838320B8-260F-E7D8-9BC9-C22FC8143BCC}"/>
                </a:ext>
              </a:extLst>
            </p:cNvPr>
            <p:cNvGrpSpPr/>
            <p:nvPr/>
          </p:nvGrpSpPr>
          <p:grpSpPr>
            <a:xfrm>
              <a:off x="5519030" y="905457"/>
              <a:ext cx="787643" cy="249095"/>
              <a:chOff x="5519030" y="905457"/>
              <a:chExt cx="787643" cy="249095"/>
            </a:xfrm>
          </p:grpSpPr>
          <p:grpSp>
            <p:nvGrpSpPr>
              <p:cNvPr id="198" name="Graphic 4">
                <a:extLst>
                  <a:ext uri="{FF2B5EF4-FFF2-40B4-BE49-F238E27FC236}">
                    <a16:creationId xmlns:a16="http://schemas.microsoft.com/office/drawing/2014/main" id="{4A62D69C-A944-8F0B-22CB-5CF75415180B}"/>
                  </a:ext>
                </a:extLst>
              </p:cNvPr>
              <p:cNvGrpSpPr/>
              <p:nvPr/>
            </p:nvGrpSpPr>
            <p:grpSpPr>
              <a:xfrm>
                <a:off x="5519030" y="905457"/>
                <a:ext cx="787643" cy="249095"/>
                <a:chOff x="5519030" y="905457"/>
                <a:chExt cx="787643" cy="249095"/>
              </a:xfrm>
              <a:solidFill>
                <a:srgbClr val="FFFFFF"/>
              </a:solidFill>
            </p:grpSpPr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BD39637F-F1BD-3A59-5E3B-9B9BDE9038C4}"/>
                    </a:ext>
                  </a:extLst>
                </p:cNvPr>
                <p:cNvSpPr/>
                <p:nvPr/>
              </p:nvSpPr>
              <p:spPr>
                <a:xfrm>
                  <a:off x="5519030" y="905457"/>
                  <a:ext cx="787643" cy="249095"/>
                </a:xfrm>
                <a:prstGeom prst="rect">
                  <a:avLst/>
                </a:prstGeom>
                <a:solidFill>
                  <a:srgbClr val="FFFFFF"/>
                </a:solidFill>
                <a:ln w="7876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7519D715-70DA-1758-67CD-17BF8895B10F}"/>
                    </a:ext>
                  </a:extLst>
                </p:cNvPr>
                <p:cNvSpPr/>
                <p:nvPr/>
              </p:nvSpPr>
              <p:spPr>
                <a:xfrm>
                  <a:off x="5558412" y="936594"/>
                  <a:ext cx="708879" cy="186821"/>
                </a:xfrm>
                <a:prstGeom prst="rect">
                  <a:avLst/>
                </a:prstGeom>
                <a:solidFill>
                  <a:srgbClr val="FFFFFF"/>
                </a:solidFill>
                <a:ln w="7876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28AF0CF9-B327-A98A-F348-D91BE29F6E85}"/>
                  </a:ext>
                </a:extLst>
              </p:cNvPr>
              <p:cNvSpPr txBox="1"/>
              <p:nvPr/>
            </p:nvSpPr>
            <p:spPr>
              <a:xfrm>
                <a:off x="5550017" y="934694"/>
                <a:ext cx="724092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Maintenance</a:t>
                </a:r>
              </a:p>
            </p:txBody>
          </p:sp>
        </p:grpSp>
        <p:grpSp>
          <p:nvGrpSpPr>
            <p:cNvPr id="202" name="Graphic 4">
              <a:extLst>
                <a:ext uri="{FF2B5EF4-FFF2-40B4-BE49-F238E27FC236}">
                  <a16:creationId xmlns:a16="http://schemas.microsoft.com/office/drawing/2014/main" id="{8C135C33-E518-E313-3B05-AD61BC906FF7}"/>
                </a:ext>
              </a:extLst>
            </p:cNvPr>
            <p:cNvGrpSpPr/>
            <p:nvPr/>
          </p:nvGrpSpPr>
          <p:grpSpPr>
            <a:xfrm>
              <a:off x="5440265" y="1403647"/>
              <a:ext cx="945172" cy="373642"/>
              <a:chOff x="5440265" y="1403647"/>
              <a:chExt cx="945172" cy="373642"/>
            </a:xfrm>
          </p:grpSpPr>
          <p:grpSp>
            <p:nvGrpSpPr>
              <p:cNvPr id="203" name="Graphic 4">
                <a:extLst>
                  <a:ext uri="{FF2B5EF4-FFF2-40B4-BE49-F238E27FC236}">
                    <a16:creationId xmlns:a16="http://schemas.microsoft.com/office/drawing/2014/main" id="{9DDFD408-E719-DB8A-75EC-83265ED7C578}"/>
                  </a:ext>
                </a:extLst>
              </p:cNvPr>
              <p:cNvGrpSpPr/>
              <p:nvPr/>
            </p:nvGrpSpPr>
            <p:grpSpPr>
              <a:xfrm>
                <a:off x="5440265" y="1403647"/>
                <a:ext cx="945172" cy="373642"/>
                <a:chOff x="5440265" y="1403647"/>
                <a:chExt cx="945172" cy="373642"/>
              </a:xfrm>
              <a:solidFill>
                <a:srgbClr val="FFFFFF"/>
              </a:solidFill>
            </p:grpSpPr>
            <p:sp>
              <p:nvSpPr>
                <p:cNvPr id="204" name="Freeform: Shape 203">
                  <a:extLst>
                    <a:ext uri="{FF2B5EF4-FFF2-40B4-BE49-F238E27FC236}">
                      <a16:creationId xmlns:a16="http://schemas.microsoft.com/office/drawing/2014/main" id="{A546C2F0-1EA8-B3A7-072B-543ED6E1C889}"/>
                    </a:ext>
                  </a:extLst>
                </p:cNvPr>
                <p:cNvSpPr/>
                <p:nvPr/>
              </p:nvSpPr>
              <p:spPr>
                <a:xfrm>
                  <a:off x="5440265" y="1403647"/>
                  <a:ext cx="945172" cy="373642"/>
                </a:xfrm>
                <a:custGeom>
                  <a:avLst/>
                  <a:gdLst>
                    <a:gd name="csX0" fmla="*/ 472586 w 945172"/>
                    <a:gd name="csY0" fmla="*/ 1 h 373642"/>
                    <a:gd name="csX1" fmla="*/ 945173 w 945172"/>
                    <a:gd name="csY1" fmla="*/ 186822 h 373642"/>
                    <a:gd name="csX2" fmla="*/ 472586 w 945172"/>
                    <a:gd name="csY2" fmla="*/ 373643 h 373642"/>
                    <a:gd name="csX3" fmla="*/ 1 w 945172"/>
                    <a:gd name="csY3" fmla="*/ 186822 h 3736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45172" h="373642">
                      <a:moveTo>
                        <a:pt x="472586" y="1"/>
                      </a:moveTo>
                      <a:lnTo>
                        <a:pt x="945173" y="186822"/>
                      </a:lnTo>
                      <a:lnTo>
                        <a:pt x="472586" y="373643"/>
                      </a:lnTo>
                      <a:lnTo>
                        <a:pt x="1" y="18682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876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Freeform: Shape 204">
                  <a:extLst>
                    <a:ext uri="{FF2B5EF4-FFF2-40B4-BE49-F238E27FC236}">
                      <a16:creationId xmlns:a16="http://schemas.microsoft.com/office/drawing/2014/main" id="{D326EC66-AF68-A1A0-E71A-4CF7CDEC4614}"/>
                    </a:ext>
                  </a:extLst>
                </p:cNvPr>
                <p:cNvSpPr/>
                <p:nvPr/>
              </p:nvSpPr>
              <p:spPr>
                <a:xfrm>
                  <a:off x="5471771" y="1428557"/>
                  <a:ext cx="882160" cy="323823"/>
                </a:xfrm>
                <a:custGeom>
                  <a:avLst/>
                  <a:gdLst>
                    <a:gd name="csX0" fmla="*/ 441081 w 882160"/>
                    <a:gd name="csY0" fmla="*/ 1 h 323823"/>
                    <a:gd name="csX1" fmla="*/ 882161 w 882160"/>
                    <a:gd name="csY1" fmla="*/ 161912 h 323823"/>
                    <a:gd name="csX2" fmla="*/ 441081 w 882160"/>
                    <a:gd name="csY2" fmla="*/ 323824 h 323823"/>
                    <a:gd name="csX3" fmla="*/ 1 w 882160"/>
                    <a:gd name="csY3" fmla="*/ 161912 h 3238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82160" h="323823">
                      <a:moveTo>
                        <a:pt x="441081" y="1"/>
                      </a:moveTo>
                      <a:lnTo>
                        <a:pt x="882161" y="161912"/>
                      </a:lnTo>
                      <a:lnTo>
                        <a:pt x="441081" y="323824"/>
                      </a:lnTo>
                      <a:lnTo>
                        <a:pt x="1" y="16191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876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C1B8A914-5264-AFFB-6D54-C6D2F5570574}"/>
                  </a:ext>
                </a:extLst>
              </p:cNvPr>
              <p:cNvSpPr txBox="1"/>
              <p:nvPr/>
            </p:nvSpPr>
            <p:spPr>
              <a:xfrm>
                <a:off x="5626236" y="1495158"/>
                <a:ext cx="571655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Operates</a:t>
                </a:r>
              </a:p>
            </p:txBody>
          </p:sp>
        </p:grpSp>
        <p:grpSp>
          <p:nvGrpSpPr>
            <p:cNvPr id="207" name="Graphic 4">
              <a:extLst>
                <a:ext uri="{FF2B5EF4-FFF2-40B4-BE49-F238E27FC236}">
                  <a16:creationId xmlns:a16="http://schemas.microsoft.com/office/drawing/2014/main" id="{6F2EF008-7BEB-2D6C-9830-D70EDE57C8F9}"/>
                </a:ext>
              </a:extLst>
            </p:cNvPr>
            <p:cNvGrpSpPr/>
            <p:nvPr/>
          </p:nvGrpSpPr>
          <p:grpSpPr>
            <a:xfrm>
              <a:off x="10559948" y="1123415"/>
              <a:ext cx="630114" cy="498190"/>
              <a:chOff x="10559948" y="1123415"/>
              <a:chExt cx="630114" cy="498190"/>
            </a:xfrm>
          </p:grpSpPr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6DC8A86-2828-124D-FA3D-CE606A7DC09F}"/>
                  </a:ext>
                </a:extLst>
              </p:cNvPr>
              <p:cNvSpPr/>
              <p:nvPr/>
            </p:nvSpPr>
            <p:spPr>
              <a:xfrm>
                <a:off x="10559948" y="1123415"/>
                <a:ext cx="630114" cy="498190"/>
              </a:xfrm>
              <a:custGeom>
                <a:avLst/>
                <a:gdLst>
                  <a:gd name="csX0" fmla="*/ 315058 w 630114"/>
                  <a:gd name="csY0" fmla="*/ 1 h 498190"/>
                  <a:gd name="csX1" fmla="*/ 630115 w 630114"/>
                  <a:gd name="csY1" fmla="*/ 249096 h 498190"/>
                  <a:gd name="csX2" fmla="*/ 315058 w 630114"/>
                  <a:gd name="csY2" fmla="*/ 498191 h 498190"/>
                  <a:gd name="csX3" fmla="*/ 1 w 630114"/>
                  <a:gd name="csY3" fmla="*/ 249096 h 498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0114" h="498190">
                    <a:moveTo>
                      <a:pt x="315058" y="1"/>
                    </a:moveTo>
                    <a:lnTo>
                      <a:pt x="630115" y="249096"/>
                    </a:lnTo>
                    <a:lnTo>
                      <a:pt x="315058" y="498191"/>
                    </a:lnTo>
                    <a:lnTo>
                      <a:pt x="1" y="249096"/>
                    </a:lnTo>
                    <a:close/>
                  </a:path>
                </a:pathLst>
              </a:cu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A054C335-ACC6-99E3-344F-36C614392A67}"/>
                  </a:ext>
                </a:extLst>
              </p:cNvPr>
              <p:cNvSpPr txBox="1"/>
              <p:nvPr/>
            </p:nvSpPr>
            <p:spPr>
              <a:xfrm>
                <a:off x="10628613" y="1285047"/>
                <a:ext cx="492783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Carried</a:t>
                </a:r>
              </a:p>
            </p:txBody>
          </p:sp>
        </p:grpSp>
        <p:grpSp>
          <p:nvGrpSpPr>
            <p:cNvPr id="210" name="Graphic 4">
              <a:extLst>
                <a:ext uri="{FF2B5EF4-FFF2-40B4-BE49-F238E27FC236}">
                  <a16:creationId xmlns:a16="http://schemas.microsoft.com/office/drawing/2014/main" id="{D1E3AF8C-364E-9B53-77E6-8BB27643CB6D}"/>
                </a:ext>
              </a:extLst>
            </p:cNvPr>
            <p:cNvGrpSpPr/>
            <p:nvPr/>
          </p:nvGrpSpPr>
          <p:grpSpPr>
            <a:xfrm>
              <a:off x="6661112" y="1344487"/>
              <a:ext cx="3872449" cy="56046"/>
              <a:chOff x="6661112" y="1344487"/>
              <a:chExt cx="3872449" cy="56046"/>
            </a:xfrm>
          </p:grpSpPr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C875E426-DE47-416F-7C9F-74E3AC1CB066}"/>
                  </a:ext>
                </a:extLst>
              </p:cNvPr>
              <p:cNvSpPr/>
              <p:nvPr/>
            </p:nvSpPr>
            <p:spPr>
              <a:xfrm>
                <a:off x="6661112" y="1372510"/>
                <a:ext cx="3819283" cy="6227"/>
              </a:xfrm>
              <a:custGeom>
                <a:avLst/>
                <a:gdLst>
                  <a:gd name="csX0" fmla="*/ 1 w 3819283"/>
                  <a:gd name="csY0" fmla="*/ 1 h 6227"/>
                  <a:gd name="csX1" fmla="*/ 3819285 w 3819283"/>
                  <a:gd name="csY1" fmla="*/ 1 h 6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819283" h="6227">
                    <a:moveTo>
                      <a:pt x="1" y="1"/>
                    </a:moveTo>
                    <a:lnTo>
                      <a:pt x="3819285" y="1"/>
                    </a:lnTo>
                  </a:path>
                </a:pathLst>
              </a:custGeom>
              <a:noFill/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22BECDC3-96A8-EBC1-DEFE-5EA19B527366}"/>
                  </a:ext>
                </a:extLst>
              </p:cNvPr>
              <p:cNvSpPr/>
              <p:nvPr/>
            </p:nvSpPr>
            <p:spPr>
              <a:xfrm>
                <a:off x="10462674" y="1344487"/>
                <a:ext cx="70887" cy="56046"/>
              </a:xfrm>
              <a:custGeom>
                <a:avLst/>
                <a:gdLst>
                  <a:gd name="csX0" fmla="*/ 70888 w 70887"/>
                  <a:gd name="csY0" fmla="*/ 28024 h 56046"/>
                  <a:gd name="csX1" fmla="*/ 1 w 70887"/>
                  <a:gd name="csY1" fmla="*/ 56047 h 56046"/>
                  <a:gd name="csX2" fmla="*/ 17722 w 70887"/>
                  <a:gd name="csY2" fmla="*/ 28024 h 56046"/>
                  <a:gd name="csX3" fmla="*/ 1 w 70887"/>
                  <a:gd name="csY3" fmla="*/ 1 h 560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0887" h="56046">
                    <a:moveTo>
                      <a:pt x="70888" y="28024"/>
                    </a:moveTo>
                    <a:lnTo>
                      <a:pt x="1" y="56047"/>
                    </a:lnTo>
                    <a:lnTo>
                      <a:pt x="17722" y="2802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2362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2CD4D4AF-DC8A-3D9D-D455-68F0F0C223F9}"/>
                </a:ext>
              </a:extLst>
            </p:cNvPr>
            <p:cNvSpPr/>
            <p:nvPr/>
          </p:nvSpPr>
          <p:spPr>
            <a:xfrm>
              <a:off x="5912851" y="594088"/>
              <a:ext cx="7876" cy="311368"/>
            </a:xfrm>
            <a:custGeom>
              <a:avLst/>
              <a:gdLst>
                <a:gd name="csX0" fmla="*/ 1 w 7876"/>
                <a:gd name="csY0" fmla="*/ 1 h 311368"/>
                <a:gd name="csX1" fmla="*/ 1 w 7876"/>
                <a:gd name="csY1" fmla="*/ 311370 h 311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76" h="311368">
                  <a:moveTo>
                    <a:pt x="1" y="1"/>
                  </a:moveTo>
                  <a:lnTo>
                    <a:pt x="1" y="311370"/>
                  </a:lnTo>
                </a:path>
              </a:pathLst>
            </a:custGeom>
            <a:noFill/>
            <a:ln w="787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4" name="Graphic 4">
              <a:extLst>
                <a:ext uri="{FF2B5EF4-FFF2-40B4-BE49-F238E27FC236}">
                  <a16:creationId xmlns:a16="http://schemas.microsoft.com/office/drawing/2014/main" id="{CAC27A18-8736-C62D-145B-58DBEF57A95B}"/>
                </a:ext>
              </a:extLst>
            </p:cNvPr>
            <p:cNvGrpSpPr/>
            <p:nvPr/>
          </p:nvGrpSpPr>
          <p:grpSpPr>
            <a:xfrm>
              <a:off x="5519030" y="344993"/>
              <a:ext cx="787643" cy="249095"/>
              <a:chOff x="5519030" y="344993"/>
              <a:chExt cx="787643" cy="249095"/>
            </a:xfrm>
          </p:grpSpPr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19934155-BCFB-F94F-FF4F-1059EC0E22E9}"/>
                  </a:ext>
                </a:extLst>
              </p:cNvPr>
              <p:cNvSpPr/>
              <p:nvPr/>
            </p:nvSpPr>
            <p:spPr>
              <a:xfrm>
                <a:off x="5519030" y="344993"/>
                <a:ext cx="787643" cy="249095"/>
              </a:xfrm>
              <a:prstGeom prst="ellipse">
                <a:avLst/>
              </a:prstGeom>
              <a:solidFill>
                <a:srgbClr val="FFFFFF"/>
              </a:solidFill>
              <a:ln w="78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6D1D239E-89AB-25E7-9750-63257B5D1085}"/>
                  </a:ext>
                </a:extLst>
              </p:cNvPr>
              <p:cNvSpPr txBox="1"/>
              <p:nvPr/>
            </p:nvSpPr>
            <p:spPr>
              <a:xfrm>
                <a:off x="5497613" y="374230"/>
                <a:ext cx="828901" cy="174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u="sng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start timestamp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5900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4">
            <a:extLst>
              <a:ext uri="{FF2B5EF4-FFF2-40B4-BE49-F238E27FC236}">
                <a16:creationId xmlns:a16="http://schemas.microsoft.com/office/drawing/2014/main" id="{E8D3C483-5873-D453-5028-414DC9AB2B9B}"/>
              </a:ext>
            </a:extLst>
          </p:cNvPr>
          <p:cNvGrpSpPr/>
          <p:nvPr/>
        </p:nvGrpSpPr>
        <p:grpSpPr>
          <a:xfrm>
            <a:off x="1726018" y="209506"/>
            <a:ext cx="9211251" cy="9207587"/>
            <a:chOff x="1726018" y="209506"/>
            <a:chExt cx="9211251" cy="920758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069BB0-9A1B-E965-B4AA-14F8404B5B61}"/>
                </a:ext>
              </a:extLst>
            </p:cNvPr>
            <p:cNvSpPr/>
            <p:nvPr/>
          </p:nvSpPr>
          <p:spPr>
            <a:xfrm>
              <a:off x="5844887" y="5065562"/>
              <a:ext cx="7634" cy="1639707"/>
            </a:xfrm>
            <a:custGeom>
              <a:avLst/>
              <a:gdLst>
                <a:gd name="csX0" fmla="*/ 1 w 7634"/>
                <a:gd name="csY0" fmla="*/ 1 h 1639707"/>
                <a:gd name="csX1" fmla="*/ 1 w 7634"/>
                <a:gd name="csY1" fmla="*/ 1639708 h 1639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1639707">
                  <a:moveTo>
                    <a:pt x="1" y="1"/>
                  </a:moveTo>
                  <a:lnTo>
                    <a:pt x="1" y="1639708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C81FBF8-9A98-E748-608C-83811AC7DFA1}"/>
                </a:ext>
              </a:extLst>
            </p:cNvPr>
            <p:cNvSpPr/>
            <p:nvPr/>
          </p:nvSpPr>
          <p:spPr>
            <a:xfrm>
              <a:off x="5844887" y="3615052"/>
              <a:ext cx="7634" cy="1072116"/>
            </a:xfrm>
            <a:custGeom>
              <a:avLst/>
              <a:gdLst>
                <a:gd name="csX0" fmla="*/ 1 w 7634"/>
                <a:gd name="csY0" fmla="*/ 1072117 h 1072116"/>
                <a:gd name="csX1" fmla="*/ 1 w 7634"/>
                <a:gd name="csY1" fmla="*/ 1 h 10721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1072116">
                  <a:moveTo>
                    <a:pt x="1" y="1072117"/>
                  </a:move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DC19CD1-E304-C0BB-AB9C-2520EA096384}"/>
                </a:ext>
              </a:extLst>
            </p:cNvPr>
            <p:cNvSpPr/>
            <p:nvPr/>
          </p:nvSpPr>
          <p:spPr>
            <a:xfrm>
              <a:off x="6302979" y="3362789"/>
              <a:ext cx="763486" cy="1324378"/>
            </a:xfrm>
            <a:custGeom>
              <a:avLst/>
              <a:gdLst>
                <a:gd name="csX0" fmla="*/ 1 w 763486"/>
                <a:gd name="csY0" fmla="*/ 1324379 h 1324378"/>
                <a:gd name="csX1" fmla="*/ 1 w 763486"/>
                <a:gd name="csY1" fmla="*/ 1 h 1324378"/>
                <a:gd name="csX2" fmla="*/ 763487 w 763486"/>
                <a:gd name="csY2" fmla="*/ 1 h 13243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63486" h="1324378">
                  <a:moveTo>
                    <a:pt x="1" y="1324379"/>
                  </a:moveTo>
                  <a:lnTo>
                    <a:pt x="1" y="1"/>
                  </a:lnTo>
                  <a:lnTo>
                    <a:pt x="763487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8EE09B0-D9F7-DABB-9432-7A44BF5E168C}"/>
                </a:ext>
              </a:extLst>
            </p:cNvPr>
            <p:cNvSpPr/>
            <p:nvPr/>
          </p:nvSpPr>
          <p:spPr>
            <a:xfrm>
              <a:off x="6302979" y="4876365"/>
              <a:ext cx="603154" cy="6306"/>
            </a:xfrm>
            <a:custGeom>
              <a:avLst/>
              <a:gdLst>
                <a:gd name="csX0" fmla="*/ 1 w 603154"/>
                <a:gd name="csY0" fmla="*/ 1 h 6306"/>
                <a:gd name="csX1" fmla="*/ 603155 w 603154"/>
                <a:gd name="csY1" fmla="*/ 1 h 63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03154" h="6306">
                  <a:moveTo>
                    <a:pt x="1" y="1"/>
                  </a:moveTo>
                  <a:lnTo>
                    <a:pt x="603155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aphic 4">
              <a:extLst>
                <a:ext uri="{FF2B5EF4-FFF2-40B4-BE49-F238E27FC236}">
                  <a16:creationId xmlns:a16="http://schemas.microsoft.com/office/drawing/2014/main" id="{F829BE9C-EFAB-998F-3791-DE6C3E17E3D4}"/>
                </a:ext>
              </a:extLst>
            </p:cNvPr>
            <p:cNvGrpSpPr/>
            <p:nvPr/>
          </p:nvGrpSpPr>
          <p:grpSpPr>
            <a:xfrm>
              <a:off x="5386795" y="4687168"/>
              <a:ext cx="916183" cy="378393"/>
              <a:chOff x="5386795" y="4687168"/>
              <a:chExt cx="916183" cy="378393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A990543-56BE-87F6-1910-F4A9E0B1CACB}"/>
                  </a:ext>
                </a:extLst>
              </p:cNvPr>
              <p:cNvSpPr/>
              <p:nvPr/>
            </p:nvSpPr>
            <p:spPr>
              <a:xfrm>
                <a:off x="5386795" y="4687168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DB54E0-CED5-9B14-DB46-45D13052E30A}"/>
                  </a:ext>
                </a:extLst>
              </p:cNvPr>
              <p:cNvSpPr txBox="1"/>
              <p:nvPr/>
            </p:nvSpPr>
            <p:spPr>
              <a:xfrm>
                <a:off x="5608303" y="4781055"/>
                <a:ext cx="473168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Person</a:t>
                </a:r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6C2A09-80C9-9718-97D6-B0BC2A67A1D1}"/>
                </a:ext>
              </a:extLst>
            </p:cNvPr>
            <p:cNvSpPr/>
            <p:nvPr/>
          </p:nvSpPr>
          <p:spPr>
            <a:xfrm>
              <a:off x="5844887" y="7083663"/>
              <a:ext cx="305394" cy="189196"/>
            </a:xfrm>
            <a:custGeom>
              <a:avLst/>
              <a:gdLst>
                <a:gd name="csX0" fmla="*/ 1 w 305394"/>
                <a:gd name="csY0" fmla="*/ 1 h 189196"/>
                <a:gd name="csX1" fmla="*/ 305395 w 305394"/>
                <a:gd name="csY1" fmla="*/ 1 h 189196"/>
                <a:gd name="csX2" fmla="*/ 305395 w 305394"/>
                <a:gd name="csY2" fmla="*/ 189197 h 189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05394" h="189196">
                  <a:moveTo>
                    <a:pt x="1" y="1"/>
                  </a:moveTo>
                  <a:lnTo>
                    <a:pt x="305395" y="1"/>
                  </a:lnTo>
                  <a:lnTo>
                    <a:pt x="305395" y="189197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ACF2203-C812-8103-7301-738E2CF07670}"/>
                </a:ext>
              </a:extLst>
            </p:cNvPr>
            <p:cNvSpPr/>
            <p:nvPr/>
          </p:nvSpPr>
          <p:spPr>
            <a:xfrm>
              <a:off x="5539493" y="7083663"/>
              <a:ext cx="305394" cy="189196"/>
            </a:xfrm>
            <a:custGeom>
              <a:avLst/>
              <a:gdLst>
                <a:gd name="csX0" fmla="*/ 305395 w 305394"/>
                <a:gd name="csY0" fmla="*/ 1 h 189196"/>
                <a:gd name="csX1" fmla="*/ 1 w 305394"/>
                <a:gd name="csY1" fmla="*/ 1 h 189196"/>
                <a:gd name="csX2" fmla="*/ 1 w 305394"/>
                <a:gd name="csY2" fmla="*/ 189197 h 189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05394" h="189196">
                  <a:moveTo>
                    <a:pt x="305395" y="1"/>
                  </a:moveTo>
                  <a:lnTo>
                    <a:pt x="1" y="1"/>
                  </a:lnTo>
                  <a:lnTo>
                    <a:pt x="1" y="189197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aphic 4">
              <a:extLst>
                <a:ext uri="{FF2B5EF4-FFF2-40B4-BE49-F238E27FC236}">
                  <a16:creationId xmlns:a16="http://schemas.microsoft.com/office/drawing/2014/main" id="{A6843031-D665-6187-9C2B-901BAAF5033B}"/>
                </a:ext>
              </a:extLst>
            </p:cNvPr>
            <p:cNvGrpSpPr/>
            <p:nvPr/>
          </p:nvGrpSpPr>
          <p:grpSpPr>
            <a:xfrm>
              <a:off x="5592624" y="6665421"/>
              <a:ext cx="504525" cy="459292"/>
              <a:chOff x="5592624" y="6665421"/>
              <a:chExt cx="504525" cy="459292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FE9F34B-F38D-B8D6-DA48-43C4F5900CBB}"/>
                  </a:ext>
                </a:extLst>
              </p:cNvPr>
              <p:cNvSpPr/>
              <p:nvPr/>
            </p:nvSpPr>
            <p:spPr>
              <a:xfrm rot="-5400000">
                <a:off x="5615841" y="6642204"/>
                <a:ext cx="458091" cy="504525"/>
              </a:xfrm>
              <a:custGeom>
                <a:avLst/>
                <a:gdLst>
                  <a:gd name="csX0" fmla="*/ 1 w 458091"/>
                  <a:gd name="csY0" fmla="*/ 1 h 504525"/>
                  <a:gd name="csX1" fmla="*/ 458092 w 458091"/>
                  <a:gd name="csY1" fmla="*/ 252263 h 504525"/>
                  <a:gd name="csX2" fmla="*/ 1 w 458091"/>
                  <a:gd name="csY2" fmla="*/ 504526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58091" h="504525">
                    <a:moveTo>
                      <a:pt x="1" y="1"/>
                    </a:moveTo>
                    <a:lnTo>
                      <a:pt x="458092" y="252263"/>
                    </a:lnTo>
                    <a:lnTo>
                      <a:pt x="1" y="504526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BC8745-17B7-7A46-1C18-EDC4C1593F8A}"/>
                  </a:ext>
                </a:extLst>
              </p:cNvPr>
              <p:cNvSpPr txBox="1"/>
              <p:nvPr/>
            </p:nvSpPr>
            <p:spPr>
              <a:xfrm rot="16200000">
                <a:off x="5656321" y="6871443"/>
                <a:ext cx="330552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BB8C606-40FE-BCC5-5DCF-2AC2D5DA693E}"/>
                </a:ext>
              </a:extLst>
            </p:cNvPr>
            <p:cNvSpPr/>
            <p:nvPr/>
          </p:nvSpPr>
          <p:spPr>
            <a:xfrm>
              <a:off x="6608374" y="7651254"/>
              <a:ext cx="7634" cy="189196"/>
            </a:xfrm>
            <a:custGeom>
              <a:avLst/>
              <a:gdLst>
                <a:gd name="csX0" fmla="*/ 1 w 7634"/>
                <a:gd name="csY0" fmla="*/ 1 h 189196"/>
                <a:gd name="csX1" fmla="*/ 1 w 7634"/>
                <a:gd name="csY1" fmla="*/ 189197 h 189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189196">
                  <a:moveTo>
                    <a:pt x="1" y="1"/>
                  </a:moveTo>
                  <a:lnTo>
                    <a:pt x="1" y="189197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10A0FE8-2F47-85B6-8EB3-FBFC82F39857}"/>
                </a:ext>
              </a:extLst>
            </p:cNvPr>
            <p:cNvSpPr/>
            <p:nvPr/>
          </p:nvSpPr>
          <p:spPr>
            <a:xfrm>
              <a:off x="7066466" y="7146729"/>
              <a:ext cx="839835" cy="126131"/>
            </a:xfrm>
            <a:custGeom>
              <a:avLst/>
              <a:gdLst>
                <a:gd name="csX0" fmla="*/ 1 w 839835"/>
                <a:gd name="csY0" fmla="*/ 126132 h 126131"/>
                <a:gd name="csX1" fmla="*/ 1 w 839835"/>
                <a:gd name="csY1" fmla="*/ 1 h 126131"/>
                <a:gd name="csX2" fmla="*/ 839836 w 839835"/>
                <a:gd name="csY2" fmla="*/ 1 h 126131"/>
                <a:gd name="csX3" fmla="*/ 839836 w 839835"/>
                <a:gd name="csY3" fmla="*/ 50453 h 126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39835" h="126131">
                  <a:moveTo>
                    <a:pt x="1" y="126132"/>
                  </a:moveTo>
                  <a:lnTo>
                    <a:pt x="1" y="1"/>
                  </a:lnTo>
                  <a:lnTo>
                    <a:pt x="839836" y="1"/>
                  </a:lnTo>
                  <a:lnTo>
                    <a:pt x="839836" y="50453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aphic 4">
              <a:extLst>
                <a:ext uri="{FF2B5EF4-FFF2-40B4-BE49-F238E27FC236}">
                  <a16:creationId xmlns:a16="http://schemas.microsoft.com/office/drawing/2014/main" id="{869B9A15-4D29-4FD0-5B33-313148CA5745}"/>
                </a:ext>
              </a:extLst>
            </p:cNvPr>
            <p:cNvGrpSpPr/>
            <p:nvPr/>
          </p:nvGrpSpPr>
          <p:grpSpPr>
            <a:xfrm>
              <a:off x="7066466" y="7651254"/>
              <a:ext cx="874192" cy="189196"/>
              <a:chOff x="7066466" y="7651254"/>
              <a:chExt cx="874192" cy="189196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14EFF388-04CF-1FE9-CEE7-02550CB6587D}"/>
                  </a:ext>
                </a:extLst>
              </p:cNvPr>
              <p:cNvSpPr/>
              <p:nvPr/>
            </p:nvSpPr>
            <p:spPr>
              <a:xfrm>
                <a:off x="7066466" y="7651254"/>
                <a:ext cx="839835" cy="189196"/>
              </a:xfrm>
              <a:custGeom>
                <a:avLst/>
                <a:gdLst>
                  <a:gd name="csX0" fmla="*/ 1 w 839835"/>
                  <a:gd name="csY0" fmla="*/ 1 h 189196"/>
                  <a:gd name="csX1" fmla="*/ 1 w 839835"/>
                  <a:gd name="csY1" fmla="*/ 189197 h 189196"/>
                  <a:gd name="csX2" fmla="*/ 839836 w 839835"/>
                  <a:gd name="csY2" fmla="*/ 189197 h 189196"/>
                  <a:gd name="csX3" fmla="*/ 839836 w 839835"/>
                  <a:gd name="csY3" fmla="*/ 126762 h 1891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9835" h="189196">
                    <a:moveTo>
                      <a:pt x="1" y="1"/>
                    </a:moveTo>
                    <a:lnTo>
                      <a:pt x="1" y="189197"/>
                    </a:lnTo>
                    <a:lnTo>
                      <a:pt x="839836" y="189197"/>
                    </a:lnTo>
                    <a:lnTo>
                      <a:pt x="839836" y="126762"/>
                    </a:lnTo>
                  </a:path>
                </a:pathLst>
              </a:custGeom>
              <a:noFill/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7D9EC75-43C9-888B-E43F-CFDFAB6354D3}"/>
                  </a:ext>
                </a:extLst>
              </p:cNvPr>
              <p:cNvSpPr/>
              <p:nvPr/>
            </p:nvSpPr>
            <p:spPr>
              <a:xfrm>
                <a:off x="7871944" y="7735447"/>
                <a:ext cx="68713" cy="56759"/>
              </a:xfrm>
              <a:custGeom>
                <a:avLst/>
                <a:gdLst>
                  <a:gd name="csX0" fmla="*/ 34357 w 68713"/>
                  <a:gd name="csY0" fmla="*/ 1 h 56759"/>
                  <a:gd name="csX1" fmla="*/ 68714 w 68713"/>
                  <a:gd name="csY1" fmla="*/ 56760 h 56759"/>
                  <a:gd name="csX2" fmla="*/ 34357 w 68713"/>
                  <a:gd name="csY2" fmla="*/ 42570 h 56759"/>
                  <a:gd name="csX3" fmla="*/ 1 w 68713"/>
                  <a:gd name="csY3" fmla="*/ 56760 h 567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713" h="56759">
                    <a:moveTo>
                      <a:pt x="34357" y="1"/>
                    </a:moveTo>
                    <a:lnTo>
                      <a:pt x="68714" y="56760"/>
                    </a:lnTo>
                    <a:lnTo>
                      <a:pt x="34357" y="42570"/>
                    </a:lnTo>
                    <a:lnTo>
                      <a:pt x="1" y="56760"/>
                    </a:lnTo>
                    <a:close/>
                  </a:path>
                </a:pathLst>
              </a:custGeom>
              <a:solidFill>
                <a:srgbClr val="000000"/>
              </a:solidFill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F6BE591-74DA-7845-08F0-6540715347B6}"/>
                </a:ext>
              </a:extLst>
            </p:cNvPr>
            <p:cNvSpPr/>
            <p:nvPr/>
          </p:nvSpPr>
          <p:spPr>
            <a:xfrm>
              <a:off x="6608374" y="5885416"/>
              <a:ext cx="1618591" cy="1387444"/>
            </a:xfrm>
            <a:custGeom>
              <a:avLst/>
              <a:gdLst>
                <a:gd name="csX0" fmla="*/ 1 w 1618591"/>
                <a:gd name="csY0" fmla="*/ 1387445 h 1387444"/>
                <a:gd name="csX1" fmla="*/ 1 w 1618591"/>
                <a:gd name="csY1" fmla="*/ 693723 h 1387444"/>
                <a:gd name="csX2" fmla="*/ 1618592 w 1618591"/>
                <a:gd name="csY2" fmla="*/ 693723 h 1387444"/>
                <a:gd name="csX3" fmla="*/ 1618592 w 1618591"/>
                <a:gd name="csY3" fmla="*/ 1 h 1387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18591" h="1387444">
                  <a:moveTo>
                    <a:pt x="1" y="1387445"/>
                  </a:moveTo>
                  <a:lnTo>
                    <a:pt x="1" y="693723"/>
                  </a:lnTo>
                  <a:lnTo>
                    <a:pt x="1618592" y="693723"/>
                  </a:lnTo>
                  <a:lnTo>
                    <a:pt x="1618592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" name="Graphic 4">
              <a:extLst>
                <a:ext uri="{FF2B5EF4-FFF2-40B4-BE49-F238E27FC236}">
                  <a16:creationId xmlns:a16="http://schemas.microsoft.com/office/drawing/2014/main" id="{2DA979F0-0632-E560-EF47-B613C5D1F164}"/>
                </a:ext>
              </a:extLst>
            </p:cNvPr>
            <p:cNvGrpSpPr/>
            <p:nvPr/>
          </p:nvGrpSpPr>
          <p:grpSpPr>
            <a:xfrm>
              <a:off x="6150282" y="7272860"/>
              <a:ext cx="916183" cy="378393"/>
              <a:chOff x="6150282" y="7272860"/>
              <a:chExt cx="916183" cy="378393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283E5D9-247D-5AF8-34F8-7AB84B058F3E}"/>
                  </a:ext>
                </a:extLst>
              </p:cNvPr>
              <p:cNvSpPr/>
              <p:nvPr/>
            </p:nvSpPr>
            <p:spPr>
              <a:xfrm>
                <a:off x="6150282" y="7272860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CFA5884-5B7B-3633-5516-A79E2537745D}"/>
                  </a:ext>
                </a:extLst>
              </p:cNvPr>
              <p:cNvSpPr txBox="1"/>
              <p:nvPr/>
            </p:nvSpPr>
            <p:spPr>
              <a:xfrm>
                <a:off x="6313231" y="7366747"/>
                <a:ext cx="590286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32A6F1B-C9A0-C194-C9A7-38264E1C68D8}"/>
                </a:ext>
              </a:extLst>
            </p:cNvPr>
            <p:cNvSpPr/>
            <p:nvPr/>
          </p:nvSpPr>
          <p:spPr>
            <a:xfrm>
              <a:off x="4317914" y="7462057"/>
              <a:ext cx="305394" cy="6306"/>
            </a:xfrm>
            <a:custGeom>
              <a:avLst/>
              <a:gdLst>
                <a:gd name="csX0" fmla="*/ 305395 w 305394"/>
                <a:gd name="csY0" fmla="*/ 1 h 6306"/>
                <a:gd name="csX1" fmla="*/ 1 w 305394"/>
                <a:gd name="csY1" fmla="*/ 1 h 63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05394" h="6306">
                  <a:moveTo>
                    <a:pt x="305395" y="1"/>
                  </a:move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DBB3ED3-72A0-05EF-EE84-DA2637CAC89A}"/>
                </a:ext>
              </a:extLst>
            </p:cNvPr>
            <p:cNvSpPr/>
            <p:nvPr/>
          </p:nvSpPr>
          <p:spPr>
            <a:xfrm>
              <a:off x="4623309" y="7651254"/>
              <a:ext cx="7634" cy="252262"/>
            </a:xfrm>
            <a:custGeom>
              <a:avLst/>
              <a:gdLst>
                <a:gd name="csX0" fmla="*/ 1 w 7634"/>
                <a:gd name="csY0" fmla="*/ 1 h 252262"/>
                <a:gd name="csX1" fmla="*/ 1 w 7634"/>
                <a:gd name="csY1" fmla="*/ 252263 h 252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252262">
                  <a:moveTo>
                    <a:pt x="1" y="1"/>
                  </a:moveTo>
                  <a:lnTo>
                    <a:pt x="1" y="252263"/>
                  </a:lnTo>
                </a:path>
              </a:pathLst>
            </a:custGeom>
            <a:noFill/>
            <a:ln w="2288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5F143A0-9D0D-98C2-A06F-00AB7394D073}"/>
                </a:ext>
              </a:extLst>
            </p:cNvPr>
            <p:cNvSpPr/>
            <p:nvPr/>
          </p:nvSpPr>
          <p:spPr>
            <a:xfrm>
              <a:off x="4317914" y="7462057"/>
              <a:ext cx="305394" cy="6306"/>
            </a:xfrm>
            <a:custGeom>
              <a:avLst/>
              <a:gdLst>
                <a:gd name="csX0" fmla="*/ 305395 w 305394"/>
                <a:gd name="csY0" fmla="*/ 1 h 6306"/>
                <a:gd name="csX1" fmla="*/ 1 w 305394"/>
                <a:gd name="csY1" fmla="*/ 1 h 63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05394" h="6306">
                  <a:moveTo>
                    <a:pt x="305395" y="1"/>
                  </a:moveTo>
                  <a:lnTo>
                    <a:pt x="1" y="1"/>
                  </a:lnTo>
                </a:path>
              </a:pathLst>
            </a:custGeom>
            <a:noFill/>
            <a:ln w="2288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aphic 4">
              <a:extLst>
                <a:ext uri="{FF2B5EF4-FFF2-40B4-BE49-F238E27FC236}">
                  <a16:creationId xmlns:a16="http://schemas.microsoft.com/office/drawing/2014/main" id="{852B39A0-F69C-1E7C-1974-FCD759DB4EFF}"/>
                </a:ext>
              </a:extLst>
            </p:cNvPr>
            <p:cNvGrpSpPr/>
            <p:nvPr/>
          </p:nvGrpSpPr>
          <p:grpSpPr>
            <a:xfrm>
              <a:off x="4623309" y="7272860"/>
              <a:ext cx="916183" cy="378393"/>
              <a:chOff x="4623309" y="7272860"/>
              <a:chExt cx="916183" cy="378393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B35A5D6-5C4C-79C2-6EC9-D6605E98C599}"/>
                  </a:ext>
                </a:extLst>
              </p:cNvPr>
              <p:cNvSpPr/>
              <p:nvPr/>
            </p:nvSpPr>
            <p:spPr>
              <a:xfrm>
                <a:off x="4623309" y="7272860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3EAED7D-EE68-CC5F-71FF-50C87EBF4A60}"/>
                  </a:ext>
                </a:extLst>
              </p:cNvPr>
              <p:cNvSpPr txBox="1"/>
              <p:nvPr/>
            </p:nvSpPr>
            <p:spPr>
              <a:xfrm>
                <a:off x="4832044" y="7366747"/>
                <a:ext cx="498712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Student</a:t>
                </a:r>
              </a:p>
            </p:txBody>
          </p:sp>
        </p:grp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F8393EC-24FA-D8E4-8263-8E74F9EC549A}"/>
                </a:ext>
              </a:extLst>
            </p:cNvPr>
            <p:cNvSpPr/>
            <p:nvPr/>
          </p:nvSpPr>
          <p:spPr>
            <a:xfrm>
              <a:off x="6302979" y="8218845"/>
              <a:ext cx="152697" cy="189196"/>
            </a:xfrm>
            <a:custGeom>
              <a:avLst/>
              <a:gdLst>
                <a:gd name="csX0" fmla="*/ 152698 w 152697"/>
                <a:gd name="csY0" fmla="*/ 1 h 189196"/>
                <a:gd name="csX1" fmla="*/ 1 w 152697"/>
                <a:gd name="csY1" fmla="*/ 1 h 189196"/>
                <a:gd name="csX2" fmla="*/ 1 w 152697"/>
                <a:gd name="csY2" fmla="*/ 189197 h 189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52697" h="189196">
                  <a:moveTo>
                    <a:pt x="152698" y="1"/>
                  </a:moveTo>
                  <a:lnTo>
                    <a:pt x="1" y="1"/>
                  </a:lnTo>
                  <a:lnTo>
                    <a:pt x="1" y="189197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aphic 4">
              <a:extLst>
                <a:ext uri="{FF2B5EF4-FFF2-40B4-BE49-F238E27FC236}">
                  <a16:creationId xmlns:a16="http://schemas.microsoft.com/office/drawing/2014/main" id="{C26B25A1-6733-687A-B52E-5ECD09E8F912}"/>
                </a:ext>
              </a:extLst>
            </p:cNvPr>
            <p:cNvGrpSpPr/>
            <p:nvPr/>
          </p:nvGrpSpPr>
          <p:grpSpPr>
            <a:xfrm>
              <a:off x="6356111" y="7800603"/>
              <a:ext cx="504525" cy="458091"/>
              <a:chOff x="6356111" y="7800603"/>
              <a:chExt cx="504525" cy="458091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5B776381-1B1B-CF71-6CF9-4A99C5FF670B}"/>
                  </a:ext>
                </a:extLst>
              </p:cNvPr>
              <p:cNvSpPr/>
              <p:nvPr/>
            </p:nvSpPr>
            <p:spPr>
              <a:xfrm rot="-5400000">
                <a:off x="6379328" y="7777386"/>
                <a:ext cx="458091" cy="504525"/>
              </a:xfrm>
              <a:custGeom>
                <a:avLst/>
                <a:gdLst>
                  <a:gd name="csX0" fmla="*/ 1 w 458091"/>
                  <a:gd name="csY0" fmla="*/ 1 h 504525"/>
                  <a:gd name="csX1" fmla="*/ 458092 w 458091"/>
                  <a:gd name="csY1" fmla="*/ 252263 h 504525"/>
                  <a:gd name="csX2" fmla="*/ 1 w 458091"/>
                  <a:gd name="csY2" fmla="*/ 504526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58091" h="504525">
                    <a:moveTo>
                      <a:pt x="1" y="1"/>
                    </a:moveTo>
                    <a:lnTo>
                      <a:pt x="458092" y="252263"/>
                    </a:lnTo>
                    <a:lnTo>
                      <a:pt x="1" y="504526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9A70867-0E85-0568-CEF9-0ECFFC2E38CA}"/>
                  </a:ext>
                </a:extLst>
              </p:cNvPr>
              <p:cNvSpPr txBox="1"/>
              <p:nvPr/>
            </p:nvSpPr>
            <p:spPr>
              <a:xfrm rot="16200000">
                <a:off x="6416568" y="7980798"/>
                <a:ext cx="330552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2341E9F-B819-17C4-1A32-3B0A115B5581}"/>
                </a:ext>
              </a:extLst>
            </p:cNvPr>
            <p:cNvSpPr/>
            <p:nvPr/>
          </p:nvSpPr>
          <p:spPr>
            <a:xfrm>
              <a:off x="3478079" y="7462057"/>
              <a:ext cx="229045" cy="6306"/>
            </a:xfrm>
            <a:custGeom>
              <a:avLst/>
              <a:gdLst>
                <a:gd name="csX0" fmla="*/ 229046 w 229045"/>
                <a:gd name="csY0" fmla="*/ 1 h 6306"/>
                <a:gd name="csX1" fmla="*/ 1 w 229045"/>
                <a:gd name="csY1" fmla="*/ 1 h 63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29045" h="6306">
                  <a:moveTo>
                    <a:pt x="229046" y="1"/>
                  </a:move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" name="Graphic 4">
              <a:extLst>
                <a:ext uri="{FF2B5EF4-FFF2-40B4-BE49-F238E27FC236}">
                  <a16:creationId xmlns:a16="http://schemas.microsoft.com/office/drawing/2014/main" id="{BBF569AF-8E92-88A2-2519-306F14588CE0}"/>
                </a:ext>
              </a:extLst>
            </p:cNvPr>
            <p:cNvGrpSpPr/>
            <p:nvPr/>
          </p:nvGrpSpPr>
          <p:grpSpPr>
            <a:xfrm>
              <a:off x="3707125" y="7209795"/>
              <a:ext cx="610789" cy="504525"/>
              <a:chOff x="3707125" y="7209795"/>
              <a:chExt cx="610789" cy="504525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31B3470-6C32-609C-E21B-71F192534DD4}"/>
                  </a:ext>
                </a:extLst>
              </p:cNvPr>
              <p:cNvSpPr/>
              <p:nvPr/>
            </p:nvSpPr>
            <p:spPr>
              <a:xfrm>
                <a:off x="3707125" y="7209795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5857513-3281-0876-CF5D-90389CB49748}"/>
                  </a:ext>
                </a:extLst>
              </p:cNvPr>
              <p:cNvSpPr txBox="1"/>
              <p:nvPr/>
            </p:nvSpPr>
            <p:spPr>
              <a:xfrm>
                <a:off x="3753008" y="7374063"/>
                <a:ext cx="519022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Enrolled</a:t>
                </a:r>
              </a:p>
            </p:txBody>
          </p:sp>
        </p:grpSp>
        <p:grpSp>
          <p:nvGrpSpPr>
            <p:cNvPr id="43" name="Graphic 4">
              <a:extLst>
                <a:ext uri="{FF2B5EF4-FFF2-40B4-BE49-F238E27FC236}">
                  <a16:creationId xmlns:a16="http://schemas.microsoft.com/office/drawing/2014/main" id="{3CE0C92B-C2D0-29A0-4960-6762C157E2CB}"/>
                </a:ext>
              </a:extLst>
            </p:cNvPr>
            <p:cNvGrpSpPr/>
            <p:nvPr/>
          </p:nvGrpSpPr>
          <p:grpSpPr>
            <a:xfrm>
              <a:off x="2490317" y="7272860"/>
              <a:ext cx="987761" cy="378393"/>
              <a:chOff x="2490317" y="7272860"/>
              <a:chExt cx="987761" cy="37839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6D7B81F-DF9B-E9B0-37B9-338696DD184D}"/>
                  </a:ext>
                </a:extLst>
              </p:cNvPr>
              <p:cNvSpPr/>
              <p:nvPr/>
            </p:nvSpPr>
            <p:spPr>
              <a:xfrm>
                <a:off x="2561895" y="7272860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E0C1F7B-0612-3DC4-FB85-497A99B8EB9B}"/>
                  </a:ext>
                </a:extLst>
              </p:cNvPr>
              <p:cNvSpPr txBox="1"/>
              <p:nvPr/>
            </p:nvSpPr>
            <p:spPr>
              <a:xfrm>
                <a:off x="2490317" y="7311007"/>
                <a:ext cx="961904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Program</a:t>
                </a:r>
              </a:p>
            </p:txBody>
          </p: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727103D-AC52-19A5-95DF-C7D8B077DDF0}"/>
                </a:ext>
              </a:extLst>
            </p:cNvPr>
            <p:cNvSpPr/>
            <p:nvPr/>
          </p:nvSpPr>
          <p:spPr>
            <a:xfrm>
              <a:off x="2065629" y="5128628"/>
              <a:ext cx="3321166" cy="3783939"/>
            </a:xfrm>
            <a:custGeom>
              <a:avLst/>
              <a:gdLst>
                <a:gd name="csX0" fmla="*/ 3321167 w 3321166"/>
                <a:gd name="csY0" fmla="*/ 3657809 h 3783939"/>
                <a:gd name="csX1" fmla="*/ 3321167 w 3321166"/>
                <a:gd name="csY1" fmla="*/ 3783940 h 3783939"/>
                <a:gd name="csX2" fmla="*/ 1 w 3321166"/>
                <a:gd name="csY2" fmla="*/ 3783940 h 3783939"/>
                <a:gd name="csX3" fmla="*/ 1 w 3321166"/>
                <a:gd name="csY3" fmla="*/ 1 h 3783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21166" h="3783939">
                  <a:moveTo>
                    <a:pt x="3321167" y="3657809"/>
                  </a:moveTo>
                  <a:lnTo>
                    <a:pt x="3321167" y="3783940"/>
                  </a:lnTo>
                  <a:lnTo>
                    <a:pt x="1" y="3783940"/>
                  </a:ln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" name="Graphic 4">
              <a:extLst>
                <a:ext uri="{FF2B5EF4-FFF2-40B4-BE49-F238E27FC236}">
                  <a16:creationId xmlns:a16="http://schemas.microsoft.com/office/drawing/2014/main" id="{FF3D5608-A0D1-B227-9C44-955E3C5DBDC0}"/>
                </a:ext>
              </a:extLst>
            </p:cNvPr>
            <p:cNvGrpSpPr/>
            <p:nvPr/>
          </p:nvGrpSpPr>
          <p:grpSpPr>
            <a:xfrm>
              <a:off x="5386795" y="8408042"/>
              <a:ext cx="916183" cy="378393"/>
              <a:chOff x="5386795" y="8408042"/>
              <a:chExt cx="916183" cy="37839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A59A311-3EBA-4657-F8D9-28DB80DE4199}"/>
                  </a:ext>
                </a:extLst>
              </p:cNvPr>
              <p:cNvSpPr/>
              <p:nvPr/>
            </p:nvSpPr>
            <p:spPr>
              <a:xfrm>
                <a:off x="5386795" y="8408042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4F554D1-FA34-7EEE-DB72-B15F539143AB}"/>
                  </a:ext>
                </a:extLst>
              </p:cNvPr>
              <p:cNvSpPr txBox="1"/>
              <p:nvPr/>
            </p:nvSpPr>
            <p:spPr>
              <a:xfrm>
                <a:off x="5335886" y="8501929"/>
                <a:ext cx="1018003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Employee</a:t>
                </a:r>
              </a:p>
            </p:txBody>
          </p:sp>
        </p:grp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E0FF18-D6AF-D9F1-F554-2F38ACB70BE0}"/>
                </a:ext>
              </a:extLst>
            </p:cNvPr>
            <p:cNvSpPr/>
            <p:nvPr/>
          </p:nvSpPr>
          <p:spPr>
            <a:xfrm>
              <a:off x="7829952" y="1155491"/>
              <a:ext cx="2481331" cy="7441748"/>
            </a:xfrm>
            <a:custGeom>
              <a:avLst/>
              <a:gdLst>
                <a:gd name="csX0" fmla="*/ 1 w 2481331"/>
                <a:gd name="csY0" fmla="*/ 7441749 h 7441748"/>
                <a:gd name="csX1" fmla="*/ 2481332 w 2481331"/>
                <a:gd name="csY1" fmla="*/ 7441749 h 7441748"/>
                <a:gd name="csX2" fmla="*/ 2481332 w 2481331"/>
                <a:gd name="csY2" fmla="*/ 1 h 7441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481331" h="7441748">
                  <a:moveTo>
                    <a:pt x="1" y="7441749"/>
                  </a:moveTo>
                  <a:lnTo>
                    <a:pt x="2481332" y="7441749"/>
                  </a:lnTo>
                  <a:lnTo>
                    <a:pt x="2481332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1" name="Graphic 4">
              <a:extLst>
                <a:ext uri="{FF2B5EF4-FFF2-40B4-BE49-F238E27FC236}">
                  <a16:creationId xmlns:a16="http://schemas.microsoft.com/office/drawing/2014/main" id="{8A918EF0-4A21-97E4-163B-06B9D3D9D6E7}"/>
                </a:ext>
              </a:extLst>
            </p:cNvPr>
            <p:cNvGrpSpPr/>
            <p:nvPr/>
          </p:nvGrpSpPr>
          <p:grpSpPr>
            <a:xfrm>
              <a:off x="6913769" y="8408042"/>
              <a:ext cx="916183" cy="378393"/>
              <a:chOff x="6913769" y="8408042"/>
              <a:chExt cx="916183" cy="37839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31BEFF7-7864-D104-F894-FFF98DA02275}"/>
                  </a:ext>
                </a:extLst>
              </p:cNvPr>
              <p:cNvSpPr/>
              <p:nvPr/>
            </p:nvSpPr>
            <p:spPr>
              <a:xfrm>
                <a:off x="6913769" y="8408042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0BF7149-AE86-AA80-36E5-0BBA7208654D}"/>
                  </a:ext>
                </a:extLst>
              </p:cNvPr>
              <p:cNvSpPr txBox="1"/>
              <p:nvPr/>
            </p:nvSpPr>
            <p:spPr>
              <a:xfrm>
                <a:off x="6979999" y="8457783"/>
                <a:ext cx="783723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Non-Academic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AD9438A-7A3F-2C57-5123-54B98EA2D1CD}"/>
                  </a:ext>
                </a:extLst>
              </p:cNvPr>
              <p:cNvSpPr txBox="1"/>
              <p:nvPr/>
            </p:nvSpPr>
            <p:spPr>
              <a:xfrm>
                <a:off x="7076717" y="8546075"/>
                <a:ext cx="590286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42826FE-EAF4-5BB1-BA79-ECFB36DA3E8E}"/>
                </a:ext>
              </a:extLst>
            </p:cNvPr>
            <p:cNvSpPr/>
            <p:nvPr/>
          </p:nvSpPr>
          <p:spPr>
            <a:xfrm>
              <a:off x="6761071" y="8218845"/>
              <a:ext cx="171021" cy="221360"/>
            </a:xfrm>
            <a:custGeom>
              <a:avLst/>
              <a:gdLst>
                <a:gd name="csX0" fmla="*/ 1 w 171021"/>
                <a:gd name="csY0" fmla="*/ 1 h 221360"/>
                <a:gd name="csX1" fmla="*/ 171022 w 171021"/>
                <a:gd name="csY1" fmla="*/ 1 h 221360"/>
                <a:gd name="csX2" fmla="*/ 171022 w 171021"/>
                <a:gd name="csY2" fmla="*/ 221361 h 221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1021" h="221360">
                  <a:moveTo>
                    <a:pt x="1" y="1"/>
                  </a:moveTo>
                  <a:lnTo>
                    <a:pt x="171022" y="1"/>
                  </a:lnTo>
                  <a:lnTo>
                    <a:pt x="171022" y="22136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" name="Graphic 4">
              <a:extLst>
                <a:ext uri="{FF2B5EF4-FFF2-40B4-BE49-F238E27FC236}">
                  <a16:creationId xmlns:a16="http://schemas.microsoft.com/office/drawing/2014/main" id="{D4176E85-B8EA-0D19-B9E3-B5F10E4460B9}"/>
                </a:ext>
              </a:extLst>
            </p:cNvPr>
            <p:cNvGrpSpPr/>
            <p:nvPr/>
          </p:nvGrpSpPr>
          <p:grpSpPr>
            <a:xfrm>
              <a:off x="7562732" y="7209795"/>
              <a:ext cx="648963" cy="504525"/>
              <a:chOff x="7562732" y="7209795"/>
              <a:chExt cx="648963" cy="504525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0FC8606-5D48-95C9-3534-D8FDCAD26720}"/>
                  </a:ext>
                </a:extLst>
              </p:cNvPr>
              <p:cNvSpPr/>
              <p:nvPr/>
            </p:nvSpPr>
            <p:spPr>
              <a:xfrm>
                <a:off x="7600906" y="7209795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54E0A81-2621-2C91-2DED-CFA362A02302}"/>
                  </a:ext>
                </a:extLst>
              </p:cNvPr>
              <p:cNvSpPr txBox="1"/>
              <p:nvPr/>
            </p:nvSpPr>
            <p:spPr>
              <a:xfrm>
                <a:off x="7562732" y="7380668"/>
                <a:ext cx="624240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Reports To</a:t>
                </a:r>
              </a:p>
            </p:txBody>
          </p:sp>
        </p:grp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1F7C8BA-8C7A-9B7C-77B5-CA70F892433B}"/>
                </a:ext>
              </a:extLst>
            </p:cNvPr>
            <p:cNvSpPr/>
            <p:nvPr/>
          </p:nvSpPr>
          <p:spPr>
            <a:xfrm>
              <a:off x="4623309" y="8408042"/>
              <a:ext cx="763486" cy="189196"/>
            </a:xfrm>
            <a:custGeom>
              <a:avLst/>
              <a:gdLst>
                <a:gd name="csX0" fmla="*/ 1 w 763486"/>
                <a:gd name="csY0" fmla="*/ 1 h 189196"/>
                <a:gd name="csX1" fmla="*/ 1 w 763486"/>
                <a:gd name="csY1" fmla="*/ 189197 h 189196"/>
                <a:gd name="csX2" fmla="*/ 763487 w 763486"/>
                <a:gd name="csY2" fmla="*/ 189197 h 189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63486" h="189196">
                  <a:moveTo>
                    <a:pt x="1" y="1"/>
                  </a:moveTo>
                  <a:lnTo>
                    <a:pt x="1" y="189197"/>
                  </a:lnTo>
                  <a:lnTo>
                    <a:pt x="763487" y="189197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0" name="Graphic 4">
              <a:extLst>
                <a:ext uri="{FF2B5EF4-FFF2-40B4-BE49-F238E27FC236}">
                  <a16:creationId xmlns:a16="http://schemas.microsoft.com/office/drawing/2014/main" id="{D1EA43D5-793A-9D7D-4BBB-912F71C7132F}"/>
                </a:ext>
              </a:extLst>
            </p:cNvPr>
            <p:cNvGrpSpPr/>
            <p:nvPr/>
          </p:nvGrpSpPr>
          <p:grpSpPr>
            <a:xfrm>
              <a:off x="4208473" y="7903517"/>
              <a:ext cx="720230" cy="504525"/>
              <a:chOff x="4208473" y="7903517"/>
              <a:chExt cx="720230" cy="504525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C2D586E6-ABDC-4B0A-CABE-A2C7D79B74BB}"/>
                  </a:ext>
                </a:extLst>
              </p:cNvPr>
              <p:cNvSpPr/>
              <p:nvPr/>
            </p:nvSpPr>
            <p:spPr>
              <a:xfrm>
                <a:off x="4317914" y="7903517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3E64ED4-52D7-562B-89B5-CD6B8ECD48AC}"/>
                  </a:ext>
                </a:extLst>
              </p:cNvPr>
              <p:cNvSpPr txBox="1"/>
              <p:nvPr/>
            </p:nvSpPr>
            <p:spPr>
              <a:xfrm>
                <a:off x="4208473" y="8032103"/>
                <a:ext cx="641240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Supervised</a:t>
                </a:r>
              </a:p>
            </p:txBody>
          </p:sp>
        </p:grpSp>
        <p:grpSp>
          <p:nvGrpSpPr>
            <p:cNvPr id="63" name="Graphic 4">
              <a:extLst>
                <a:ext uri="{FF2B5EF4-FFF2-40B4-BE49-F238E27FC236}">
                  <a16:creationId xmlns:a16="http://schemas.microsoft.com/office/drawing/2014/main" id="{AE86E2DD-EA24-C0FD-2931-28283F722D84}"/>
                </a:ext>
              </a:extLst>
            </p:cNvPr>
            <p:cNvGrpSpPr/>
            <p:nvPr/>
          </p:nvGrpSpPr>
          <p:grpSpPr>
            <a:xfrm>
              <a:off x="7215346" y="6891313"/>
              <a:ext cx="610789" cy="189196"/>
              <a:chOff x="7215346" y="6891313"/>
              <a:chExt cx="610789" cy="189196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47821BF0-2488-4FD8-BE9B-C1456D8D6340}"/>
                  </a:ext>
                </a:extLst>
              </p:cNvPr>
              <p:cNvSpPr/>
              <p:nvPr/>
            </p:nvSpPr>
            <p:spPr>
              <a:xfrm>
                <a:off x="7215346" y="6891313"/>
                <a:ext cx="610789" cy="189196"/>
              </a:xfrm>
              <a:prstGeom prst="rect">
                <a:avLst/>
              </a:prstGeom>
              <a:noFill/>
              <a:ln w="76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19E5084-67F5-5618-6AC4-4464B0AAC06D}"/>
                  </a:ext>
                </a:extLst>
              </p:cNvPr>
              <p:cNvSpPr txBox="1"/>
              <p:nvPr/>
            </p:nvSpPr>
            <p:spPr>
              <a:xfrm>
                <a:off x="7214160" y="6893755"/>
                <a:ext cx="620796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Supervisor</a:t>
                </a:r>
              </a:p>
            </p:txBody>
          </p:sp>
        </p:grpSp>
        <p:grpSp>
          <p:nvGrpSpPr>
            <p:cNvPr id="66" name="Graphic 4">
              <a:extLst>
                <a:ext uri="{FF2B5EF4-FFF2-40B4-BE49-F238E27FC236}">
                  <a16:creationId xmlns:a16="http://schemas.microsoft.com/office/drawing/2014/main" id="{C432A346-CDE7-5FE1-BCC2-C316EE83CD55}"/>
                </a:ext>
              </a:extLst>
            </p:cNvPr>
            <p:cNvGrpSpPr/>
            <p:nvPr/>
          </p:nvGrpSpPr>
          <p:grpSpPr>
            <a:xfrm>
              <a:off x="7215346" y="7837298"/>
              <a:ext cx="610789" cy="189196"/>
              <a:chOff x="7215346" y="7837298"/>
              <a:chExt cx="610789" cy="189196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15666F3-19C2-D0B2-FD19-15E39E9B6BBF}"/>
                  </a:ext>
                </a:extLst>
              </p:cNvPr>
              <p:cNvSpPr/>
              <p:nvPr/>
            </p:nvSpPr>
            <p:spPr>
              <a:xfrm>
                <a:off x="7215346" y="7837298"/>
                <a:ext cx="610789" cy="189196"/>
              </a:xfrm>
              <a:prstGeom prst="rect">
                <a:avLst/>
              </a:prstGeom>
              <a:noFill/>
              <a:ln w="76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77FF0E9-F29A-9AD5-2FD9-5D9629881FC7}"/>
                  </a:ext>
                </a:extLst>
              </p:cNvPr>
              <p:cNvSpPr txBox="1"/>
              <p:nvPr/>
            </p:nvSpPr>
            <p:spPr>
              <a:xfrm>
                <a:off x="7203938" y="7839740"/>
                <a:ext cx="641240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Supervisee</a:t>
                </a:r>
              </a:p>
            </p:txBody>
          </p:sp>
        </p:grp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8D0B918-089B-E03E-48E7-ED08721055CA}"/>
                </a:ext>
              </a:extLst>
            </p:cNvPr>
            <p:cNvSpPr/>
            <p:nvPr/>
          </p:nvSpPr>
          <p:spPr>
            <a:xfrm>
              <a:off x="3401730" y="4434906"/>
              <a:ext cx="7634" cy="252262"/>
            </a:xfrm>
            <a:custGeom>
              <a:avLst/>
              <a:gdLst>
                <a:gd name="csX0" fmla="*/ 1 w 7634"/>
                <a:gd name="csY0" fmla="*/ 252263 h 252262"/>
                <a:gd name="csX1" fmla="*/ 1 w 7634"/>
                <a:gd name="csY1" fmla="*/ 1 h 252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252262">
                  <a:moveTo>
                    <a:pt x="1" y="252263"/>
                  </a:move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0" name="Graphic 4">
              <a:extLst>
                <a:ext uri="{FF2B5EF4-FFF2-40B4-BE49-F238E27FC236}">
                  <a16:creationId xmlns:a16="http://schemas.microsoft.com/office/drawing/2014/main" id="{FD890FDF-6C3A-5ABE-4650-07B1489882B1}"/>
                </a:ext>
              </a:extLst>
            </p:cNvPr>
            <p:cNvGrpSpPr/>
            <p:nvPr/>
          </p:nvGrpSpPr>
          <p:grpSpPr>
            <a:xfrm>
              <a:off x="2396600" y="4847986"/>
              <a:ext cx="547038" cy="56759"/>
              <a:chOff x="2396600" y="4847986"/>
              <a:chExt cx="547038" cy="56759"/>
            </a:xfrm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5328797-7907-9716-530D-EC4EC8900ED2}"/>
                  </a:ext>
                </a:extLst>
              </p:cNvPr>
              <p:cNvSpPr/>
              <p:nvPr/>
            </p:nvSpPr>
            <p:spPr>
              <a:xfrm>
                <a:off x="2448136" y="4876365"/>
                <a:ext cx="495502" cy="6306"/>
              </a:xfrm>
              <a:custGeom>
                <a:avLst/>
                <a:gdLst>
                  <a:gd name="csX0" fmla="*/ 495503 w 495502"/>
                  <a:gd name="csY0" fmla="*/ 1 h 6306"/>
                  <a:gd name="csX1" fmla="*/ 1 w 495502"/>
                  <a:gd name="csY1" fmla="*/ 1 h 63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5502" h="6306">
                    <a:moveTo>
                      <a:pt x="495503" y="1"/>
                    </a:moveTo>
                    <a:lnTo>
                      <a:pt x="1" y="1"/>
                    </a:lnTo>
                  </a:path>
                </a:pathLst>
              </a:custGeom>
              <a:noFill/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820AFDC-B0A6-BCBE-F45C-03C50D3CD419}"/>
                  </a:ext>
                </a:extLst>
              </p:cNvPr>
              <p:cNvSpPr/>
              <p:nvPr/>
            </p:nvSpPr>
            <p:spPr>
              <a:xfrm>
                <a:off x="2396600" y="4847986"/>
                <a:ext cx="68713" cy="56759"/>
              </a:xfrm>
              <a:custGeom>
                <a:avLst/>
                <a:gdLst>
                  <a:gd name="csX0" fmla="*/ 1 w 68713"/>
                  <a:gd name="csY0" fmla="*/ 28380 h 56759"/>
                  <a:gd name="csX1" fmla="*/ 68714 w 68713"/>
                  <a:gd name="csY1" fmla="*/ 1 h 56759"/>
                  <a:gd name="csX2" fmla="*/ 51536 w 68713"/>
                  <a:gd name="csY2" fmla="*/ 28380 h 56759"/>
                  <a:gd name="csX3" fmla="*/ 68714 w 68713"/>
                  <a:gd name="csY3" fmla="*/ 56760 h 567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713" h="56759">
                    <a:moveTo>
                      <a:pt x="1" y="28380"/>
                    </a:moveTo>
                    <a:lnTo>
                      <a:pt x="68714" y="1"/>
                    </a:lnTo>
                    <a:lnTo>
                      <a:pt x="51536" y="28380"/>
                    </a:lnTo>
                    <a:lnTo>
                      <a:pt x="68714" y="56760"/>
                    </a:lnTo>
                    <a:close/>
                  </a:path>
                </a:pathLst>
              </a:custGeom>
              <a:solidFill>
                <a:srgbClr val="000000"/>
              </a:solidFill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3" name="Graphic 4">
              <a:extLst>
                <a:ext uri="{FF2B5EF4-FFF2-40B4-BE49-F238E27FC236}">
                  <a16:creationId xmlns:a16="http://schemas.microsoft.com/office/drawing/2014/main" id="{BF76597C-08FF-4DFB-98D7-17EB64F4C627}"/>
                </a:ext>
              </a:extLst>
            </p:cNvPr>
            <p:cNvGrpSpPr/>
            <p:nvPr/>
          </p:nvGrpSpPr>
          <p:grpSpPr>
            <a:xfrm>
              <a:off x="2943639" y="4687168"/>
              <a:ext cx="916183" cy="378393"/>
              <a:chOff x="2943639" y="4687168"/>
              <a:chExt cx="916183" cy="378393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9A67F1D3-AA27-D1A5-BF3A-98BEABEA8049}"/>
                  </a:ext>
                </a:extLst>
              </p:cNvPr>
              <p:cNvSpPr/>
              <p:nvPr/>
            </p:nvSpPr>
            <p:spPr>
              <a:xfrm>
                <a:off x="2943639" y="4687168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8D1322C-DAAF-D0E6-7235-E37C35C221DF}"/>
                  </a:ext>
                </a:extLst>
              </p:cNvPr>
              <p:cNvSpPr txBox="1"/>
              <p:nvPr/>
            </p:nvSpPr>
            <p:spPr>
              <a:xfrm>
                <a:off x="3091288" y="4781055"/>
                <a:ext cx="620885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Laboratory</a:t>
                </a:r>
              </a:p>
            </p:txBody>
          </p:sp>
        </p:grp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C15ED57-0E83-3506-D2EB-3E6984CF9D84}"/>
                </a:ext>
              </a:extLst>
            </p:cNvPr>
            <p:cNvSpPr/>
            <p:nvPr/>
          </p:nvSpPr>
          <p:spPr>
            <a:xfrm>
              <a:off x="3401730" y="2227607"/>
              <a:ext cx="1985065" cy="1702772"/>
            </a:xfrm>
            <a:custGeom>
              <a:avLst/>
              <a:gdLst>
                <a:gd name="csX0" fmla="*/ 1 w 1985065"/>
                <a:gd name="csY0" fmla="*/ 1702773 h 1702772"/>
                <a:gd name="csX1" fmla="*/ 1 w 1985065"/>
                <a:gd name="csY1" fmla="*/ 693723 h 1702772"/>
                <a:gd name="csX2" fmla="*/ 1985066 w 1985065"/>
                <a:gd name="csY2" fmla="*/ 693723 h 1702772"/>
                <a:gd name="csX3" fmla="*/ 1985066 w 1985065"/>
                <a:gd name="csY3" fmla="*/ 1 h 1702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85065" h="1702772">
                  <a:moveTo>
                    <a:pt x="1" y="1702773"/>
                  </a:moveTo>
                  <a:lnTo>
                    <a:pt x="1" y="693723"/>
                  </a:lnTo>
                  <a:lnTo>
                    <a:pt x="1985066" y="693723"/>
                  </a:lnTo>
                  <a:lnTo>
                    <a:pt x="1985066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7" name="Graphic 4">
              <a:extLst>
                <a:ext uri="{FF2B5EF4-FFF2-40B4-BE49-F238E27FC236}">
                  <a16:creationId xmlns:a16="http://schemas.microsoft.com/office/drawing/2014/main" id="{475431EE-3B03-3F9B-85A8-9302EBD2482A}"/>
                </a:ext>
              </a:extLst>
            </p:cNvPr>
            <p:cNvGrpSpPr/>
            <p:nvPr/>
          </p:nvGrpSpPr>
          <p:grpSpPr>
            <a:xfrm>
              <a:off x="3096336" y="3930380"/>
              <a:ext cx="610789" cy="504525"/>
              <a:chOff x="3096336" y="3930380"/>
              <a:chExt cx="610789" cy="504525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CD5AD882-1E07-844F-37E0-C590EAE85D1D}"/>
                  </a:ext>
                </a:extLst>
              </p:cNvPr>
              <p:cNvSpPr/>
              <p:nvPr/>
            </p:nvSpPr>
            <p:spPr>
              <a:xfrm>
                <a:off x="3096336" y="3930380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BFE9831-B637-BD1E-81A0-BE7E335A3DA6}"/>
                  </a:ext>
                </a:extLst>
              </p:cNvPr>
              <p:cNvSpPr txBox="1"/>
              <p:nvPr/>
            </p:nvSpPr>
            <p:spPr>
              <a:xfrm>
                <a:off x="3263332" y="4047947"/>
                <a:ext cx="371261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Host</a:t>
                </a:r>
              </a:p>
            </p:txBody>
          </p:sp>
        </p:grpSp>
        <p:grpSp>
          <p:nvGrpSpPr>
            <p:cNvPr id="80" name="Graphic 4">
              <a:extLst>
                <a:ext uri="{FF2B5EF4-FFF2-40B4-BE49-F238E27FC236}">
                  <a16:creationId xmlns:a16="http://schemas.microsoft.com/office/drawing/2014/main" id="{EAD92D0C-A592-C2EF-1869-EE125AE61BC2}"/>
                </a:ext>
              </a:extLst>
            </p:cNvPr>
            <p:cNvGrpSpPr/>
            <p:nvPr/>
          </p:nvGrpSpPr>
          <p:grpSpPr>
            <a:xfrm>
              <a:off x="6302979" y="2010031"/>
              <a:ext cx="737909" cy="56759"/>
              <a:chOff x="6302979" y="2010031"/>
              <a:chExt cx="737909" cy="56759"/>
            </a:xfrm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63EE1A32-5864-58CB-0C56-C1657AA773C6}"/>
                  </a:ext>
                </a:extLst>
              </p:cNvPr>
              <p:cNvSpPr/>
              <p:nvPr/>
            </p:nvSpPr>
            <p:spPr>
              <a:xfrm>
                <a:off x="6302979" y="2038410"/>
                <a:ext cx="686374" cy="6306"/>
              </a:xfrm>
              <a:custGeom>
                <a:avLst/>
                <a:gdLst>
                  <a:gd name="csX0" fmla="*/ 1 w 686374"/>
                  <a:gd name="csY0" fmla="*/ 1 h 6306"/>
                  <a:gd name="csX1" fmla="*/ 686375 w 686374"/>
                  <a:gd name="csY1" fmla="*/ 1 h 63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86374" h="6306">
                    <a:moveTo>
                      <a:pt x="1" y="1"/>
                    </a:moveTo>
                    <a:lnTo>
                      <a:pt x="686375" y="1"/>
                    </a:lnTo>
                  </a:path>
                </a:pathLst>
              </a:custGeom>
              <a:noFill/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53B7658-AF44-9CE0-5DCA-B94FC5CD1EE9}"/>
                  </a:ext>
                </a:extLst>
              </p:cNvPr>
              <p:cNvSpPr/>
              <p:nvPr/>
            </p:nvSpPr>
            <p:spPr>
              <a:xfrm>
                <a:off x="6972175" y="2010031"/>
                <a:ext cx="68713" cy="56759"/>
              </a:xfrm>
              <a:custGeom>
                <a:avLst/>
                <a:gdLst>
                  <a:gd name="csX0" fmla="*/ 68714 w 68713"/>
                  <a:gd name="csY0" fmla="*/ 28380 h 56759"/>
                  <a:gd name="csX1" fmla="*/ 1 w 68713"/>
                  <a:gd name="csY1" fmla="*/ 56760 h 56759"/>
                  <a:gd name="csX2" fmla="*/ 17179 w 68713"/>
                  <a:gd name="csY2" fmla="*/ 28380 h 56759"/>
                  <a:gd name="csX3" fmla="*/ 1 w 68713"/>
                  <a:gd name="csY3" fmla="*/ 1 h 567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713" h="56759">
                    <a:moveTo>
                      <a:pt x="68714" y="28380"/>
                    </a:moveTo>
                    <a:lnTo>
                      <a:pt x="1" y="56760"/>
                    </a:lnTo>
                    <a:lnTo>
                      <a:pt x="17179" y="2838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3" name="Graphic 4">
              <a:extLst>
                <a:ext uri="{FF2B5EF4-FFF2-40B4-BE49-F238E27FC236}">
                  <a16:creationId xmlns:a16="http://schemas.microsoft.com/office/drawing/2014/main" id="{19B20AE8-AC55-EEBC-8E66-AF876A2CEA79}"/>
                </a:ext>
              </a:extLst>
            </p:cNvPr>
            <p:cNvGrpSpPr/>
            <p:nvPr/>
          </p:nvGrpSpPr>
          <p:grpSpPr>
            <a:xfrm>
              <a:off x="5818165" y="2227607"/>
              <a:ext cx="53444" cy="875855"/>
              <a:chOff x="5818165" y="2227607"/>
              <a:chExt cx="53444" cy="875855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81E92FE2-196B-8EDE-1DD8-9A2EFF3AF673}"/>
                  </a:ext>
                </a:extLst>
              </p:cNvPr>
              <p:cNvSpPr/>
              <p:nvPr/>
            </p:nvSpPr>
            <p:spPr>
              <a:xfrm>
                <a:off x="5844887" y="2227607"/>
                <a:ext cx="7634" cy="842746"/>
              </a:xfrm>
              <a:custGeom>
                <a:avLst/>
                <a:gdLst>
                  <a:gd name="csX0" fmla="*/ 1 w 7634"/>
                  <a:gd name="csY0" fmla="*/ 1 h 842746"/>
                  <a:gd name="csX1" fmla="*/ 1 w 7634"/>
                  <a:gd name="csY1" fmla="*/ 842747 h 8427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34" h="842746">
                    <a:moveTo>
                      <a:pt x="1" y="1"/>
                    </a:moveTo>
                    <a:lnTo>
                      <a:pt x="1" y="842747"/>
                    </a:lnTo>
                  </a:path>
                </a:pathLst>
              </a:custGeom>
              <a:noFill/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4F4FF151-3FF9-9107-9649-AB35189D98B8}"/>
                  </a:ext>
                </a:extLst>
              </p:cNvPr>
              <p:cNvSpPr/>
              <p:nvPr/>
            </p:nvSpPr>
            <p:spPr>
              <a:xfrm>
                <a:off x="5818165" y="3059317"/>
                <a:ext cx="53444" cy="44145"/>
              </a:xfrm>
              <a:custGeom>
                <a:avLst/>
                <a:gdLst>
                  <a:gd name="csX0" fmla="*/ 26723 w 53444"/>
                  <a:gd name="csY0" fmla="*/ 44146 h 44145"/>
                  <a:gd name="csX1" fmla="*/ 1 w 53444"/>
                  <a:gd name="csY1" fmla="*/ 1 h 44145"/>
                  <a:gd name="csX2" fmla="*/ 26723 w 53444"/>
                  <a:gd name="csY2" fmla="*/ 11037 h 44145"/>
                  <a:gd name="csX3" fmla="*/ 53445 w 53444"/>
                  <a:gd name="csY3" fmla="*/ 1 h 441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444" h="44145">
                    <a:moveTo>
                      <a:pt x="26723" y="44146"/>
                    </a:moveTo>
                    <a:lnTo>
                      <a:pt x="1" y="1"/>
                    </a:lnTo>
                    <a:lnTo>
                      <a:pt x="26723" y="11037"/>
                    </a:lnTo>
                    <a:lnTo>
                      <a:pt x="53445" y="1"/>
                    </a:lnTo>
                    <a:close/>
                  </a:path>
                </a:pathLst>
              </a:custGeom>
              <a:solidFill>
                <a:srgbClr val="000000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27E1328-D4FE-F090-A320-C5B97D4D153C}"/>
                </a:ext>
              </a:extLst>
            </p:cNvPr>
            <p:cNvSpPr/>
            <p:nvPr/>
          </p:nvSpPr>
          <p:spPr>
            <a:xfrm>
              <a:off x="5844887" y="1660016"/>
              <a:ext cx="7634" cy="189196"/>
            </a:xfrm>
            <a:custGeom>
              <a:avLst/>
              <a:gdLst>
                <a:gd name="csX0" fmla="*/ 1 w 7634"/>
                <a:gd name="csY0" fmla="*/ 189197 h 189196"/>
                <a:gd name="csX1" fmla="*/ 1 w 7634"/>
                <a:gd name="csY1" fmla="*/ 1 h 189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189196">
                  <a:moveTo>
                    <a:pt x="1" y="189197"/>
                  </a:move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7" name="Graphic 4">
              <a:extLst>
                <a:ext uri="{FF2B5EF4-FFF2-40B4-BE49-F238E27FC236}">
                  <a16:creationId xmlns:a16="http://schemas.microsoft.com/office/drawing/2014/main" id="{EF193EA7-3EF2-658C-E22C-D57A05CDA62D}"/>
                </a:ext>
              </a:extLst>
            </p:cNvPr>
            <p:cNvGrpSpPr/>
            <p:nvPr/>
          </p:nvGrpSpPr>
          <p:grpSpPr>
            <a:xfrm>
              <a:off x="4708209" y="2016337"/>
              <a:ext cx="678586" cy="44145"/>
              <a:chOff x="4708209" y="2016337"/>
              <a:chExt cx="678586" cy="44145"/>
            </a:xfrm>
          </p:grpSpPr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594D159F-C5A0-4463-6BEE-50D256159C21}"/>
                  </a:ext>
                </a:extLst>
              </p:cNvPr>
              <p:cNvSpPr/>
              <p:nvPr/>
            </p:nvSpPr>
            <p:spPr>
              <a:xfrm>
                <a:off x="4748292" y="2038410"/>
                <a:ext cx="638503" cy="6306"/>
              </a:xfrm>
              <a:custGeom>
                <a:avLst/>
                <a:gdLst>
                  <a:gd name="csX0" fmla="*/ 638504 w 638503"/>
                  <a:gd name="csY0" fmla="*/ 1 h 6306"/>
                  <a:gd name="csX1" fmla="*/ 1 w 638503"/>
                  <a:gd name="csY1" fmla="*/ 1 h 63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8503" h="6306">
                    <a:moveTo>
                      <a:pt x="638504" y="1"/>
                    </a:moveTo>
                    <a:lnTo>
                      <a:pt x="1" y="1"/>
                    </a:lnTo>
                  </a:path>
                </a:pathLst>
              </a:custGeom>
              <a:noFill/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5A55F9D-E83F-8623-C16C-A943C824C90C}"/>
                  </a:ext>
                </a:extLst>
              </p:cNvPr>
              <p:cNvSpPr/>
              <p:nvPr/>
            </p:nvSpPr>
            <p:spPr>
              <a:xfrm>
                <a:off x="4708209" y="2016337"/>
                <a:ext cx="53444" cy="44145"/>
              </a:xfrm>
              <a:custGeom>
                <a:avLst/>
                <a:gdLst>
                  <a:gd name="csX0" fmla="*/ 1 w 53444"/>
                  <a:gd name="csY0" fmla="*/ 22073 h 44145"/>
                  <a:gd name="csX1" fmla="*/ 53445 w 53444"/>
                  <a:gd name="csY1" fmla="*/ 1 h 44145"/>
                  <a:gd name="csX2" fmla="*/ 40084 w 53444"/>
                  <a:gd name="csY2" fmla="*/ 22073 h 44145"/>
                  <a:gd name="csX3" fmla="*/ 53445 w 53444"/>
                  <a:gd name="csY3" fmla="*/ 44146 h 441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444" h="44145">
                    <a:moveTo>
                      <a:pt x="1" y="22073"/>
                    </a:moveTo>
                    <a:lnTo>
                      <a:pt x="53445" y="1"/>
                    </a:lnTo>
                    <a:lnTo>
                      <a:pt x="40084" y="22073"/>
                    </a:lnTo>
                    <a:lnTo>
                      <a:pt x="53445" y="44146"/>
                    </a:lnTo>
                    <a:close/>
                  </a:path>
                </a:pathLst>
              </a:custGeom>
              <a:solidFill>
                <a:srgbClr val="000000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0" name="Graphic 4">
              <a:extLst>
                <a:ext uri="{FF2B5EF4-FFF2-40B4-BE49-F238E27FC236}">
                  <a16:creationId xmlns:a16="http://schemas.microsoft.com/office/drawing/2014/main" id="{35C337CB-6141-A252-F4FB-440E723016C7}"/>
                </a:ext>
              </a:extLst>
            </p:cNvPr>
            <p:cNvGrpSpPr/>
            <p:nvPr/>
          </p:nvGrpSpPr>
          <p:grpSpPr>
            <a:xfrm>
              <a:off x="5348575" y="1849213"/>
              <a:ext cx="954403" cy="378393"/>
              <a:chOff x="5348575" y="1849213"/>
              <a:chExt cx="954403" cy="378393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B3E0F86-202B-DF4A-7548-6B2D3FD08833}"/>
                  </a:ext>
                </a:extLst>
              </p:cNvPr>
              <p:cNvSpPr/>
              <p:nvPr/>
            </p:nvSpPr>
            <p:spPr>
              <a:xfrm>
                <a:off x="5386795" y="1849213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351F719-3712-CF9D-629F-07A05FE96865}"/>
                  </a:ext>
                </a:extLst>
              </p:cNvPr>
              <p:cNvSpPr txBox="1"/>
              <p:nvPr/>
            </p:nvSpPr>
            <p:spPr>
              <a:xfrm>
                <a:off x="5348575" y="1950416"/>
                <a:ext cx="839866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units</a:t>
                </a:r>
              </a:p>
            </p:txBody>
          </p:sp>
        </p:grp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8FB4FB64-B96C-E115-D12E-D2078E728102}"/>
                </a:ext>
              </a:extLst>
            </p:cNvPr>
            <p:cNvSpPr/>
            <p:nvPr/>
          </p:nvSpPr>
          <p:spPr>
            <a:xfrm>
              <a:off x="4928704" y="4876365"/>
              <a:ext cx="458091" cy="6306"/>
            </a:xfrm>
            <a:custGeom>
              <a:avLst/>
              <a:gdLst>
                <a:gd name="csX0" fmla="*/ 1 w 458091"/>
                <a:gd name="csY0" fmla="*/ 1 h 6306"/>
                <a:gd name="csX1" fmla="*/ 458092 w 458091"/>
                <a:gd name="csY1" fmla="*/ 1 h 63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8091" h="6306">
                  <a:moveTo>
                    <a:pt x="1" y="1"/>
                  </a:moveTo>
                  <a:lnTo>
                    <a:pt x="458092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56AEA04-D530-DC6F-DE80-544C6E4D9349}"/>
                </a:ext>
              </a:extLst>
            </p:cNvPr>
            <p:cNvSpPr/>
            <p:nvPr/>
          </p:nvSpPr>
          <p:spPr>
            <a:xfrm>
              <a:off x="3859822" y="4876365"/>
              <a:ext cx="458091" cy="6306"/>
            </a:xfrm>
            <a:custGeom>
              <a:avLst/>
              <a:gdLst>
                <a:gd name="csX0" fmla="*/ 458092 w 458091"/>
                <a:gd name="csY0" fmla="*/ 1 h 6306"/>
                <a:gd name="csX1" fmla="*/ 1 w 458091"/>
                <a:gd name="csY1" fmla="*/ 1 h 63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8091" h="6306">
                  <a:moveTo>
                    <a:pt x="458092" y="1"/>
                  </a:moveTo>
                  <a:lnTo>
                    <a:pt x="1" y="1"/>
                  </a:lnTo>
                </a:path>
              </a:pathLst>
            </a:custGeom>
            <a:noFill/>
            <a:ln w="2288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5" name="Graphic 4">
              <a:extLst>
                <a:ext uri="{FF2B5EF4-FFF2-40B4-BE49-F238E27FC236}">
                  <a16:creationId xmlns:a16="http://schemas.microsoft.com/office/drawing/2014/main" id="{BC94F813-8C92-6CEA-4F11-2EA7B159CC79}"/>
                </a:ext>
              </a:extLst>
            </p:cNvPr>
            <p:cNvGrpSpPr/>
            <p:nvPr/>
          </p:nvGrpSpPr>
          <p:grpSpPr>
            <a:xfrm>
              <a:off x="4317914" y="4624103"/>
              <a:ext cx="610789" cy="504525"/>
              <a:chOff x="4317914" y="4624103"/>
              <a:chExt cx="610789" cy="504525"/>
            </a:xfrm>
          </p:grpSpPr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642DCE38-4A79-A5C4-F424-BDA1848C292C}"/>
                  </a:ext>
                </a:extLst>
              </p:cNvPr>
              <p:cNvSpPr/>
              <p:nvPr/>
            </p:nvSpPr>
            <p:spPr>
              <a:xfrm>
                <a:off x="4317914" y="4624103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02EDDDB-5307-C5AA-0933-55128CA49009}"/>
                  </a:ext>
                </a:extLst>
              </p:cNvPr>
              <p:cNvSpPr txBox="1"/>
              <p:nvPr/>
            </p:nvSpPr>
            <p:spPr>
              <a:xfrm>
                <a:off x="4417270" y="4741669"/>
                <a:ext cx="442614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Attach</a:t>
                </a:r>
              </a:p>
            </p:txBody>
          </p:sp>
        </p:grpSp>
        <p:grpSp>
          <p:nvGrpSpPr>
            <p:cNvPr id="98" name="Graphic 4">
              <a:extLst>
                <a:ext uri="{FF2B5EF4-FFF2-40B4-BE49-F238E27FC236}">
                  <a16:creationId xmlns:a16="http://schemas.microsoft.com/office/drawing/2014/main" id="{4AF0074A-8AA7-9866-0B40-60F0990C07B2}"/>
                </a:ext>
              </a:extLst>
            </p:cNvPr>
            <p:cNvGrpSpPr/>
            <p:nvPr/>
          </p:nvGrpSpPr>
          <p:grpSpPr>
            <a:xfrm>
              <a:off x="1726018" y="4624103"/>
              <a:ext cx="661595" cy="504525"/>
              <a:chOff x="1726018" y="4624103"/>
              <a:chExt cx="661595" cy="504525"/>
            </a:xfrm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CC320E25-83CA-29E2-25A9-8047BD0FC1D5}"/>
                  </a:ext>
                </a:extLst>
              </p:cNvPr>
              <p:cNvSpPr/>
              <p:nvPr/>
            </p:nvSpPr>
            <p:spPr>
              <a:xfrm>
                <a:off x="1760234" y="4624103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B78C2A6-56B6-EB46-1676-CF59C38A96F2}"/>
                  </a:ext>
                </a:extLst>
              </p:cNvPr>
              <p:cNvSpPr txBox="1"/>
              <p:nvPr/>
            </p:nvSpPr>
            <p:spPr>
              <a:xfrm>
                <a:off x="1897758" y="4700378"/>
                <a:ext cx="335741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6B49844-DAB8-4FA6-C933-385F1DD7CCD0}"/>
                  </a:ext>
                </a:extLst>
              </p:cNvPr>
              <p:cNvSpPr txBox="1"/>
              <p:nvPr/>
            </p:nvSpPr>
            <p:spPr>
              <a:xfrm>
                <a:off x="1726018" y="4829662"/>
                <a:ext cx="661595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Supervision</a:t>
                </a:r>
              </a:p>
            </p:txBody>
          </p:sp>
        </p:grpSp>
        <p:grpSp>
          <p:nvGrpSpPr>
            <p:cNvPr id="102" name="Graphic 4">
              <a:extLst>
                <a:ext uri="{FF2B5EF4-FFF2-40B4-BE49-F238E27FC236}">
                  <a16:creationId xmlns:a16="http://schemas.microsoft.com/office/drawing/2014/main" id="{F208CFAC-B988-C5D5-B64B-F296C0133FB1}"/>
                </a:ext>
              </a:extLst>
            </p:cNvPr>
            <p:cNvGrpSpPr/>
            <p:nvPr/>
          </p:nvGrpSpPr>
          <p:grpSpPr>
            <a:xfrm>
              <a:off x="9204228" y="4876365"/>
              <a:ext cx="916183" cy="378393"/>
              <a:chOff x="9204228" y="4876365"/>
              <a:chExt cx="916183" cy="378393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FA04FB3B-60B0-CB6F-8526-A326A460B60E}"/>
                  </a:ext>
                </a:extLst>
              </p:cNvPr>
              <p:cNvSpPr/>
              <p:nvPr/>
            </p:nvSpPr>
            <p:spPr>
              <a:xfrm>
                <a:off x="9204228" y="4876365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317BF033-A4E7-0771-7D8E-09BF19056A74}"/>
                  </a:ext>
                </a:extLst>
              </p:cNvPr>
              <p:cNvSpPr txBox="1"/>
              <p:nvPr/>
            </p:nvSpPr>
            <p:spPr>
              <a:xfrm>
                <a:off x="9219527" y="4970252"/>
                <a:ext cx="885585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Research Project</a:t>
                </a:r>
              </a:p>
            </p:txBody>
          </p:sp>
        </p:grp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9F99B65-8908-D1BB-4C48-CD9C1AC84165}"/>
                </a:ext>
              </a:extLst>
            </p:cNvPr>
            <p:cNvSpPr/>
            <p:nvPr/>
          </p:nvSpPr>
          <p:spPr>
            <a:xfrm>
              <a:off x="7371860" y="4056512"/>
              <a:ext cx="534440" cy="6306"/>
            </a:xfrm>
            <a:custGeom>
              <a:avLst/>
              <a:gdLst>
                <a:gd name="csX0" fmla="*/ 1 w 534440"/>
                <a:gd name="csY0" fmla="*/ 1 h 6306"/>
                <a:gd name="csX1" fmla="*/ 381744 w 534440"/>
                <a:gd name="csY1" fmla="*/ 1 h 6306"/>
                <a:gd name="csX2" fmla="*/ 534441 w 534440"/>
                <a:gd name="csY2" fmla="*/ 1 h 63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4440" h="6306">
                  <a:moveTo>
                    <a:pt x="1" y="1"/>
                  </a:moveTo>
                  <a:lnTo>
                    <a:pt x="381744" y="1"/>
                  </a:lnTo>
                  <a:lnTo>
                    <a:pt x="534441" y="1"/>
                  </a:lnTo>
                </a:path>
              </a:pathLst>
            </a:custGeom>
            <a:noFill/>
            <a:ln w="2288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45414942-E1A2-5840-49F1-AED754FE5ED3}"/>
                </a:ext>
              </a:extLst>
            </p:cNvPr>
            <p:cNvSpPr/>
            <p:nvPr/>
          </p:nvSpPr>
          <p:spPr>
            <a:xfrm>
              <a:off x="6302979" y="4056512"/>
              <a:ext cx="458091" cy="630656"/>
            </a:xfrm>
            <a:custGeom>
              <a:avLst/>
              <a:gdLst>
                <a:gd name="csX0" fmla="*/ 458092 w 458091"/>
                <a:gd name="csY0" fmla="*/ 1 h 630656"/>
                <a:gd name="csX1" fmla="*/ 458092 w 458091"/>
                <a:gd name="csY1" fmla="*/ 630657 h 630656"/>
                <a:gd name="csX2" fmla="*/ 1 w 458091"/>
                <a:gd name="csY2" fmla="*/ 630657 h 630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58091" h="630656">
                  <a:moveTo>
                    <a:pt x="458092" y="1"/>
                  </a:moveTo>
                  <a:lnTo>
                    <a:pt x="458092" y="630657"/>
                  </a:lnTo>
                  <a:lnTo>
                    <a:pt x="1" y="630657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7" name="Graphic 4">
              <a:extLst>
                <a:ext uri="{FF2B5EF4-FFF2-40B4-BE49-F238E27FC236}">
                  <a16:creationId xmlns:a16="http://schemas.microsoft.com/office/drawing/2014/main" id="{C704DA43-C424-45E9-7BA4-7AD3BAD0F248}"/>
                </a:ext>
              </a:extLst>
            </p:cNvPr>
            <p:cNvGrpSpPr/>
            <p:nvPr/>
          </p:nvGrpSpPr>
          <p:grpSpPr>
            <a:xfrm>
              <a:off x="6745859" y="3804249"/>
              <a:ext cx="702349" cy="504525"/>
              <a:chOff x="6745859" y="3804249"/>
              <a:chExt cx="702349" cy="504525"/>
            </a:xfrm>
          </p:grpSpPr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9040DFA-A30E-6D86-4FC2-CCCB4DA895F9}"/>
                  </a:ext>
                </a:extLst>
              </p:cNvPr>
              <p:cNvSpPr/>
              <p:nvPr/>
            </p:nvSpPr>
            <p:spPr>
              <a:xfrm>
                <a:off x="6761071" y="3804249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4F98AD7-7E1F-E2C9-3C0E-B7D33562BC55}"/>
                  </a:ext>
                </a:extLst>
              </p:cNvPr>
              <p:cNvSpPr txBox="1"/>
              <p:nvPr/>
            </p:nvSpPr>
            <p:spPr>
              <a:xfrm>
                <a:off x="6745859" y="3943114"/>
                <a:ext cx="702349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is_contribute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81140E06-5739-129B-07F1-4E0484C24FEC}"/>
                </a:ext>
              </a:extLst>
            </p:cNvPr>
            <p:cNvSpPr/>
            <p:nvPr/>
          </p:nvSpPr>
          <p:spPr>
            <a:xfrm>
              <a:off x="8822485" y="3867315"/>
              <a:ext cx="534440" cy="63065"/>
            </a:xfrm>
            <a:custGeom>
              <a:avLst/>
              <a:gdLst>
                <a:gd name="csX0" fmla="*/ 1 w 534440"/>
                <a:gd name="csY0" fmla="*/ 1 h 63065"/>
                <a:gd name="csX1" fmla="*/ 1 w 534440"/>
                <a:gd name="csY1" fmla="*/ 63066 h 63065"/>
                <a:gd name="csX2" fmla="*/ 534441 w 534440"/>
                <a:gd name="csY2" fmla="*/ 63066 h 630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4440" h="63065">
                  <a:moveTo>
                    <a:pt x="1" y="1"/>
                  </a:moveTo>
                  <a:lnTo>
                    <a:pt x="1" y="63066"/>
                  </a:lnTo>
                  <a:lnTo>
                    <a:pt x="534441" y="63066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1" name="Graphic 4">
              <a:extLst>
                <a:ext uri="{FF2B5EF4-FFF2-40B4-BE49-F238E27FC236}">
                  <a16:creationId xmlns:a16="http://schemas.microsoft.com/office/drawing/2014/main" id="{F5981614-437B-B08C-D1C6-E42C01187151}"/>
                </a:ext>
              </a:extLst>
            </p:cNvPr>
            <p:cNvGrpSpPr/>
            <p:nvPr/>
          </p:nvGrpSpPr>
          <p:grpSpPr>
            <a:xfrm>
              <a:off x="7906301" y="3678118"/>
              <a:ext cx="916183" cy="378393"/>
              <a:chOff x="7906301" y="3678118"/>
              <a:chExt cx="916183" cy="378393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0DAB4552-4ED6-65D9-E1D6-974B70EC7DD1}"/>
                  </a:ext>
                </a:extLst>
              </p:cNvPr>
              <p:cNvSpPr/>
              <p:nvPr/>
            </p:nvSpPr>
            <p:spPr>
              <a:xfrm>
                <a:off x="7906301" y="3678118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DC1F20F-C6D7-516F-9D5A-1A6822D246B4}"/>
                  </a:ext>
                </a:extLst>
              </p:cNvPr>
              <p:cNvSpPr txBox="1"/>
              <p:nvPr/>
            </p:nvSpPr>
            <p:spPr>
              <a:xfrm>
                <a:off x="8025946" y="3772004"/>
                <a:ext cx="676894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Contribution</a:t>
                </a:r>
              </a:p>
            </p:txBody>
          </p:sp>
        </p:grp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B5F2EF7-9253-66DD-2ADE-CC605F6686AE}"/>
                </a:ext>
              </a:extLst>
            </p:cNvPr>
            <p:cNvSpPr/>
            <p:nvPr/>
          </p:nvSpPr>
          <p:spPr>
            <a:xfrm>
              <a:off x="8364393" y="4056512"/>
              <a:ext cx="7634" cy="126131"/>
            </a:xfrm>
            <a:custGeom>
              <a:avLst/>
              <a:gdLst>
                <a:gd name="csX0" fmla="*/ 1 w 7634"/>
                <a:gd name="csY0" fmla="*/ 126132 h 126131"/>
                <a:gd name="csX1" fmla="*/ 1 w 7634"/>
                <a:gd name="csY1" fmla="*/ 1 h 126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126131">
                  <a:moveTo>
                    <a:pt x="1" y="126132"/>
                  </a:move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" name="Graphic 4">
              <a:extLst>
                <a:ext uri="{FF2B5EF4-FFF2-40B4-BE49-F238E27FC236}">
                  <a16:creationId xmlns:a16="http://schemas.microsoft.com/office/drawing/2014/main" id="{86C229EE-087F-7A90-4A7C-1934CA4E939B}"/>
                </a:ext>
              </a:extLst>
            </p:cNvPr>
            <p:cNvGrpSpPr/>
            <p:nvPr/>
          </p:nvGrpSpPr>
          <p:grpSpPr>
            <a:xfrm>
              <a:off x="8135347" y="4182643"/>
              <a:ext cx="458091" cy="315328"/>
              <a:chOff x="8135347" y="4182643"/>
              <a:chExt cx="458091" cy="315328"/>
            </a:xfrm>
          </p:grpSpPr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6F2A41BB-A2FA-EF5F-D5D8-52FAD8BF802A}"/>
                  </a:ext>
                </a:extLst>
              </p:cNvPr>
              <p:cNvSpPr/>
              <p:nvPr/>
            </p:nvSpPr>
            <p:spPr>
              <a:xfrm>
                <a:off x="8135347" y="4182643"/>
                <a:ext cx="458091" cy="315328"/>
              </a:xfrm>
              <a:prstGeom prst="ellipse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0A20EE-5DD2-6029-418C-0744101D36C0}"/>
                  </a:ext>
                </a:extLst>
              </p:cNvPr>
              <p:cNvSpPr txBox="1"/>
              <p:nvPr/>
            </p:nvSpPr>
            <p:spPr>
              <a:xfrm>
                <a:off x="8163191" y="4226399"/>
                <a:ext cx="371306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Role</a:t>
                </a:r>
              </a:p>
            </p:txBody>
          </p:sp>
        </p:grp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21CE836-58DD-58D0-A24D-CC1752F3D4E9}"/>
                </a:ext>
              </a:extLst>
            </p:cNvPr>
            <p:cNvSpPr/>
            <p:nvPr/>
          </p:nvSpPr>
          <p:spPr>
            <a:xfrm>
              <a:off x="9662320" y="4182643"/>
              <a:ext cx="7634" cy="693722"/>
            </a:xfrm>
            <a:custGeom>
              <a:avLst/>
              <a:gdLst>
                <a:gd name="csX0" fmla="*/ 1 w 7634"/>
                <a:gd name="csY0" fmla="*/ 1 h 693722"/>
                <a:gd name="csX1" fmla="*/ 1 w 7634"/>
                <a:gd name="csY1" fmla="*/ 693723 h 693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693722">
                  <a:moveTo>
                    <a:pt x="1" y="1"/>
                  </a:moveTo>
                  <a:lnTo>
                    <a:pt x="1" y="693723"/>
                  </a:lnTo>
                </a:path>
              </a:pathLst>
            </a:custGeom>
            <a:noFill/>
            <a:ln w="2288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9" name="Graphic 4">
              <a:extLst>
                <a:ext uri="{FF2B5EF4-FFF2-40B4-BE49-F238E27FC236}">
                  <a16:creationId xmlns:a16="http://schemas.microsoft.com/office/drawing/2014/main" id="{53C71DCA-E3A3-2FC5-9FA3-21815501A625}"/>
                </a:ext>
              </a:extLst>
            </p:cNvPr>
            <p:cNvGrpSpPr/>
            <p:nvPr/>
          </p:nvGrpSpPr>
          <p:grpSpPr>
            <a:xfrm>
              <a:off x="9244891" y="3678118"/>
              <a:ext cx="834855" cy="504525"/>
              <a:chOff x="9244891" y="3678118"/>
              <a:chExt cx="834855" cy="504525"/>
            </a:xfrm>
          </p:grpSpPr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0C68F701-5D15-16E3-63E1-6598357EBE16}"/>
                  </a:ext>
                </a:extLst>
              </p:cNvPr>
              <p:cNvSpPr/>
              <p:nvPr/>
            </p:nvSpPr>
            <p:spPr>
              <a:xfrm>
                <a:off x="9356925" y="3678118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C0819C83-FB01-6A2E-F076-E6784BA83452}"/>
                  </a:ext>
                </a:extLst>
              </p:cNvPr>
              <p:cNvSpPr txBox="1"/>
              <p:nvPr/>
            </p:nvSpPr>
            <p:spPr>
              <a:xfrm>
                <a:off x="9244891" y="3817459"/>
                <a:ext cx="834855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Contrubuted_by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8801DC9-8974-0F36-A0C7-E08C767E23C2}"/>
                </a:ext>
              </a:extLst>
            </p:cNvPr>
            <p:cNvSpPr/>
            <p:nvPr/>
          </p:nvSpPr>
          <p:spPr>
            <a:xfrm>
              <a:off x="5844887" y="8786436"/>
              <a:ext cx="1297927" cy="378393"/>
            </a:xfrm>
            <a:custGeom>
              <a:avLst/>
              <a:gdLst>
                <a:gd name="csX0" fmla="*/ 1297928 w 1297927"/>
                <a:gd name="csY0" fmla="*/ 378394 h 378393"/>
                <a:gd name="csX1" fmla="*/ 1 w 1297927"/>
                <a:gd name="csY1" fmla="*/ 378394 h 378393"/>
                <a:gd name="csX2" fmla="*/ 1 w 1297927"/>
                <a:gd name="csY2" fmla="*/ 1 h 378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97927" h="378393">
                  <a:moveTo>
                    <a:pt x="1297928" y="378394"/>
                  </a:moveTo>
                  <a:lnTo>
                    <a:pt x="1" y="378394"/>
                  </a:ln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3" name="Graphic 4">
              <a:extLst>
                <a:ext uri="{FF2B5EF4-FFF2-40B4-BE49-F238E27FC236}">
                  <a16:creationId xmlns:a16="http://schemas.microsoft.com/office/drawing/2014/main" id="{17BCBD35-C941-EF62-EB61-7E6841507003}"/>
                </a:ext>
              </a:extLst>
            </p:cNvPr>
            <p:cNvGrpSpPr/>
            <p:nvPr/>
          </p:nvGrpSpPr>
          <p:grpSpPr>
            <a:xfrm>
              <a:off x="7142814" y="8912568"/>
              <a:ext cx="610789" cy="504525"/>
              <a:chOff x="7142814" y="8912568"/>
              <a:chExt cx="610789" cy="504525"/>
            </a:xfrm>
          </p:grpSpPr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B84A1493-2DDB-D4EB-75FB-4C7C94001B71}"/>
                  </a:ext>
                </a:extLst>
              </p:cNvPr>
              <p:cNvSpPr/>
              <p:nvPr/>
            </p:nvSpPr>
            <p:spPr>
              <a:xfrm>
                <a:off x="7142814" y="8912568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8785232-59B3-1D38-D671-56110333C919}"/>
                  </a:ext>
                </a:extLst>
              </p:cNvPr>
              <p:cNvSpPr txBox="1"/>
              <p:nvPr/>
            </p:nvSpPr>
            <p:spPr>
              <a:xfrm>
                <a:off x="7163288" y="9065317"/>
                <a:ext cx="513967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Manage</a:t>
                </a:r>
              </a:p>
            </p:txBody>
          </p:sp>
        </p:grpSp>
        <p:grpSp>
          <p:nvGrpSpPr>
            <p:cNvPr id="126" name="Graphic 4">
              <a:extLst>
                <a:ext uri="{FF2B5EF4-FFF2-40B4-BE49-F238E27FC236}">
                  <a16:creationId xmlns:a16="http://schemas.microsoft.com/office/drawing/2014/main" id="{C7E46066-39F0-9BD1-3DD2-7A572FC53143}"/>
                </a:ext>
              </a:extLst>
            </p:cNvPr>
            <p:cNvGrpSpPr/>
            <p:nvPr/>
          </p:nvGrpSpPr>
          <p:grpSpPr>
            <a:xfrm>
              <a:off x="7779180" y="9137018"/>
              <a:ext cx="814258" cy="56759"/>
              <a:chOff x="7779180" y="9137018"/>
              <a:chExt cx="814258" cy="56759"/>
            </a:xfrm>
          </p:grpSpPr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D434F0C6-DF01-EFF9-9D84-99E20F6B6A66}"/>
                  </a:ext>
                </a:extLst>
              </p:cNvPr>
              <p:cNvSpPr/>
              <p:nvPr/>
            </p:nvSpPr>
            <p:spPr>
              <a:xfrm>
                <a:off x="7830716" y="9165271"/>
                <a:ext cx="762723" cy="2333"/>
              </a:xfrm>
              <a:custGeom>
                <a:avLst/>
                <a:gdLst>
                  <a:gd name="csX0" fmla="*/ 762724 w 762723"/>
                  <a:gd name="csY0" fmla="*/ 2334 h 2333"/>
                  <a:gd name="csX1" fmla="*/ 342806 w 762723"/>
                  <a:gd name="csY1" fmla="*/ 2082 h 2333"/>
                  <a:gd name="csX2" fmla="*/ 1 w 762723"/>
                  <a:gd name="csY2" fmla="*/ 1 h 23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2723" h="2333">
                    <a:moveTo>
                      <a:pt x="762724" y="2334"/>
                    </a:moveTo>
                    <a:lnTo>
                      <a:pt x="342806" y="2082"/>
                    </a:lnTo>
                    <a:lnTo>
                      <a:pt x="1" y="1"/>
                    </a:lnTo>
                  </a:path>
                </a:pathLst>
              </a:custGeom>
              <a:noFill/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EA2E0884-01C6-D2D2-AFCE-205D220E75BA}"/>
                  </a:ext>
                </a:extLst>
              </p:cNvPr>
              <p:cNvSpPr/>
              <p:nvPr/>
            </p:nvSpPr>
            <p:spPr>
              <a:xfrm>
                <a:off x="7779180" y="9137018"/>
                <a:ext cx="69019" cy="56759"/>
              </a:xfrm>
              <a:custGeom>
                <a:avLst/>
                <a:gdLst>
                  <a:gd name="csX0" fmla="*/ 1 w 69019"/>
                  <a:gd name="csY0" fmla="*/ 27939 h 56759"/>
                  <a:gd name="csX1" fmla="*/ 69020 w 69019"/>
                  <a:gd name="csY1" fmla="*/ 1 h 56759"/>
                  <a:gd name="csX2" fmla="*/ 51536 w 69019"/>
                  <a:gd name="csY2" fmla="*/ 28254 h 56759"/>
                  <a:gd name="csX3" fmla="*/ 68485 w 69019"/>
                  <a:gd name="csY3" fmla="*/ 56760 h 567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9019" h="56759">
                    <a:moveTo>
                      <a:pt x="1" y="27939"/>
                    </a:moveTo>
                    <a:lnTo>
                      <a:pt x="69020" y="1"/>
                    </a:lnTo>
                    <a:lnTo>
                      <a:pt x="51536" y="28254"/>
                    </a:lnTo>
                    <a:lnTo>
                      <a:pt x="68485" y="56760"/>
                    </a:lnTo>
                    <a:close/>
                  </a:path>
                </a:pathLst>
              </a:custGeom>
              <a:solidFill>
                <a:srgbClr val="000000"/>
              </a:solidFill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9" name="Graphic 4">
              <a:extLst>
                <a:ext uri="{FF2B5EF4-FFF2-40B4-BE49-F238E27FC236}">
                  <a16:creationId xmlns:a16="http://schemas.microsoft.com/office/drawing/2014/main" id="{D64D8B7F-D9E0-20ED-8589-64B0EEA618EE}"/>
                </a:ext>
              </a:extLst>
            </p:cNvPr>
            <p:cNvGrpSpPr/>
            <p:nvPr/>
          </p:nvGrpSpPr>
          <p:grpSpPr>
            <a:xfrm>
              <a:off x="8517090" y="8975633"/>
              <a:ext cx="916183" cy="378393"/>
              <a:chOff x="8517090" y="8975633"/>
              <a:chExt cx="916183" cy="378393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9F82402A-2E94-32A0-88B2-97BA627E86DD}"/>
                  </a:ext>
                </a:extLst>
              </p:cNvPr>
              <p:cNvSpPr/>
              <p:nvPr/>
            </p:nvSpPr>
            <p:spPr>
              <a:xfrm>
                <a:off x="8517090" y="8975633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E9DE193-9BCF-57EF-410C-AB79385B9458}"/>
                  </a:ext>
                </a:extLst>
              </p:cNvPr>
              <p:cNvSpPr txBox="1"/>
              <p:nvPr/>
            </p:nvSpPr>
            <p:spPr>
              <a:xfrm>
                <a:off x="8715648" y="9069520"/>
                <a:ext cx="519067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Budgets</a:t>
                </a:r>
              </a:p>
            </p:txBody>
          </p:sp>
        </p:grp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E2EFF97-7D93-36BB-1777-A7326F12EAA6}"/>
                </a:ext>
              </a:extLst>
            </p:cNvPr>
            <p:cNvSpPr/>
            <p:nvPr/>
          </p:nvSpPr>
          <p:spPr>
            <a:xfrm>
              <a:off x="9662320" y="5254759"/>
              <a:ext cx="7634" cy="819853"/>
            </a:xfrm>
            <a:custGeom>
              <a:avLst/>
              <a:gdLst>
                <a:gd name="csX0" fmla="*/ 1 w 7634"/>
                <a:gd name="csY0" fmla="*/ 819854 h 819853"/>
                <a:gd name="csX1" fmla="*/ 1 w 7634"/>
                <a:gd name="csY1" fmla="*/ 1 h 8198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819853">
                  <a:moveTo>
                    <a:pt x="1" y="819854"/>
                  </a:moveTo>
                  <a:lnTo>
                    <a:pt x="1" y="1"/>
                  </a:lnTo>
                </a:path>
              </a:pathLst>
            </a:custGeom>
            <a:noFill/>
            <a:ln w="2288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07AE860-AF8E-0DA1-C295-3CCA31E0944A}"/>
                </a:ext>
              </a:extLst>
            </p:cNvPr>
            <p:cNvSpPr/>
            <p:nvPr/>
          </p:nvSpPr>
          <p:spPr>
            <a:xfrm>
              <a:off x="9433274" y="6579138"/>
              <a:ext cx="229045" cy="2585692"/>
            </a:xfrm>
            <a:custGeom>
              <a:avLst/>
              <a:gdLst>
                <a:gd name="csX0" fmla="*/ 229046 w 229045"/>
                <a:gd name="csY0" fmla="*/ 1 h 2585692"/>
                <a:gd name="csX1" fmla="*/ 229046 w 229045"/>
                <a:gd name="csY1" fmla="*/ 2585693 h 2585692"/>
                <a:gd name="csX2" fmla="*/ 1 w 229045"/>
                <a:gd name="csY2" fmla="*/ 2585693 h 2585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9045" h="2585692">
                  <a:moveTo>
                    <a:pt x="229046" y="1"/>
                  </a:moveTo>
                  <a:lnTo>
                    <a:pt x="229046" y="2585693"/>
                  </a:lnTo>
                  <a:lnTo>
                    <a:pt x="1" y="2585693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4" name="Graphic 4">
              <a:extLst>
                <a:ext uri="{FF2B5EF4-FFF2-40B4-BE49-F238E27FC236}">
                  <a16:creationId xmlns:a16="http://schemas.microsoft.com/office/drawing/2014/main" id="{284C5798-9C98-2087-BDF4-5A6B8C894975}"/>
                </a:ext>
              </a:extLst>
            </p:cNvPr>
            <p:cNvGrpSpPr/>
            <p:nvPr/>
          </p:nvGrpSpPr>
          <p:grpSpPr>
            <a:xfrm>
              <a:off x="9356925" y="6074613"/>
              <a:ext cx="610789" cy="504525"/>
              <a:chOff x="9356925" y="6074613"/>
              <a:chExt cx="610789" cy="504525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E3382C0-47F2-3273-CBE8-227966471E69}"/>
                  </a:ext>
                </a:extLst>
              </p:cNvPr>
              <p:cNvSpPr/>
              <p:nvPr/>
            </p:nvSpPr>
            <p:spPr>
              <a:xfrm>
                <a:off x="9356925" y="6074613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F7B627C-6A79-556C-367B-1BAABAE61575}"/>
                  </a:ext>
                </a:extLst>
              </p:cNvPr>
              <p:cNvSpPr txBox="1"/>
              <p:nvPr/>
            </p:nvSpPr>
            <p:spPr>
              <a:xfrm>
                <a:off x="9410157" y="6182420"/>
                <a:ext cx="493613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Funded</a:t>
                </a:r>
              </a:p>
            </p:txBody>
          </p:sp>
        </p:grp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6CC31CAF-A238-2793-8EBB-DC35C555990D}"/>
                </a:ext>
              </a:extLst>
            </p:cNvPr>
            <p:cNvSpPr/>
            <p:nvPr/>
          </p:nvSpPr>
          <p:spPr>
            <a:xfrm>
              <a:off x="7600906" y="2038410"/>
              <a:ext cx="1297927" cy="6306"/>
            </a:xfrm>
            <a:custGeom>
              <a:avLst/>
              <a:gdLst>
                <a:gd name="csX0" fmla="*/ 1297928 w 1297927"/>
                <a:gd name="csY0" fmla="*/ 1 h 6306"/>
                <a:gd name="csX1" fmla="*/ 1 w 1297927"/>
                <a:gd name="csY1" fmla="*/ 1 h 63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97927" h="6306">
                  <a:moveTo>
                    <a:pt x="1297928" y="1"/>
                  </a:move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6761A7D-C30E-5C26-12E0-D8181D38A8BA}"/>
                </a:ext>
              </a:extLst>
            </p:cNvPr>
            <p:cNvSpPr/>
            <p:nvPr/>
          </p:nvSpPr>
          <p:spPr>
            <a:xfrm>
              <a:off x="9356925" y="2227607"/>
              <a:ext cx="7634" cy="220729"/>
            </a:xfrm>
            <a:custGeom>
              <a:avLst/>
              <a:gdLst>
                <a:gd name="csX0" fmla="*/ 1 w 7634"/>
                <a:gd name="csY0" fmla="*/ 1 h 220729"/>
                <a:gd name="csX1" fmla="*/ 1 w 7634"/>
                <a:gd name="csY1" fmla="*/ 220730 h 2207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220729">
                  <a:moveTo>
                    <a:pt x="1" y="1"/>
                  </a:moveTo>
                  <a:lnTo>
                    <a:pt x="1" y="220730"/>
                  </a:lnTo>
                </a:path>
              </a:pathLst>
            </a:custGeom>
            <a:noFill/>
            <a:ln w="2288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9" name="Graphic 4">
              <a:extLst>
                <a:ext uri="{FF2B5EF4-FFF2-40B4-BE49-F238E27FC236}">
                  <a16:creationId xmlns:a16="http://schemas.microsoft.com/office/drawing/2014/main" id="{B178AEF3-2BC2-EBF7-1A10-DEDD5FBCEC96}"/>
                </a:ext>
              </a:extLst>
            </p:cNvPr>
            <p:cNvGrpSpPr/>
            <p:nvPr/>
          </p:nvGrpSpPr>
          <p:grpSpPr>
            <a:xfrm>
              <a:off x="8822485" y="1849213"/>
              <a:ext cx="992532" cy="378393"/>
              <a:chOff x="8822485" y="1849213"/>
              <a:chExt cx="992532" cy="378393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864FB87F-FAE9-6830-609F-3A3B54BC1630}"/>
                  </a:ext>
                </a:extLst>
              </p:cNvPr>
              <p:cNvSpPr/>
              <p:nvPr/>
            </p:nvSpPr>
            <p:spPr>
              <a:xfrm>
                <a:off x="8898834" y="1849213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A87AFE29-D81C-72FE-8EB1-EFC78227FC91}"/>
                  </a:ext>
                </a:extLst>
              </p:cNvPr>
              <p:cNvSpPr txBox="1"/>
              <p:nvPr/>
            </p:nvSpPr>
            <p:spPr>
              <a:xfrm>
                <a:off x="8822485" y="1939008"/>
                <a:ext cx="895875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model</a:t>
                </a:r>
              </a:p>
            </p:txBody>
          </p:sp>
        </p:grpSp>
        <p:grpSp>
          <p:nvGrpSpPr>
            <p:cNvPr id="142" name="Graphic 4">
              <a:extLst>
                <a:ext uri="{FF2B5EF4-FFF2-40B4-BE49-F238E27FC236}">
                  <a16:creationId xmlns:a16="http://schemas.microsoft.com/office/drawing/2014/main" id="{09988DF8-844B-8B4F-43F2-8C9987811047}"/>
                </a:ext>
              </a:extLst>
            </p:cNvPr>
            <p:cNvGrpSpPr/>
            <p:nvPr/>
          </p:nvGrpSpPr>
          <p:grpSpPr>
            <a:xfrm>
              <a:off x="6929984" y="1786148"/>
              <a:ext cx="763457" cy="504525"/>
              <a:chOff x="6929984" y="1786148"/>
              <a:chExt cx="763457" cy="504525"/>
            </a:xfrm>
          </p:grpSpPr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A1A21B05-F3FC-B916-A6AF-D17765EA6533}"/>
                  </a:ext>
                </a:extLst>
              </p:cNvPr>
              <p:cNvSpPr/>
              <p:nvPr/>
            </p:nvSpPr>
            <p:spPr>
              <a:xfrm>
                <a:off x="6990117" y="1786148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A193C428-2D56-AD5F-461C-6AFD8E0D53CD}"/>
                  </a:ext>
                </a:extLst>
              </p:cNvPr>
              <p:cNvSpPr txBox="1"/>
              <p:nvPr/>
            </p:nvSpPr>
            <p:spPr>
              <a:xfrm>
                <a:off x="6929984" y="1950416"/>
                <a:ext cx="763457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Correspond to</a:t>
                </a:r>
              </a:p>
            </p:txBody>
          </p:sp>
        </p:grpSp>
        <p:grpSp>
          <p:nvGrpSpPr>
            <p:cNvPr id="145" name="Graphic 4">
              <a:extLst>
                <a:ext uri="{FF2B5EF4-FFF2-40B4-BE49-F238E27FC236}">
                  <a16:creationId xmlns:a16="http://schemas.microsoft.com/office/drawing/2014/main" id="{445330A3-CCD1-C5DB-521C-50B3A6C19CA6}"/>
                </a:ext>
              </a:extLst>
            </p:cNvPr>
            <p:cNvGrpSpPr/>
            <p:nvPr/>
          </p:nvGrpSpPr>
          <p:grpSpPr>
            <a:xfrm>
              <a:off x="5424648" y="3110527"/>
              <a:ext cx="788867" cy="504525"/>
              <a:chOff x="5424648" y="3110527"/>
              <a:chExt cx="788867" cy="504525"/>
            </a:xfrm>
          </p:grpSpPr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89088661-1859-2319-81D0-55BC37BCB46E}"/>
                  </a:ext>
                </a:extLst>
              </p:cNvPr>
              <p:cNvSpPr/>
              <p:nvPr/>
            </p:nvSpPr>
            <p:spPr>
              <a:xfrm>
                <a:off x="5539493" y="3110527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5ED4C0FD-FAEB-8986-8E69-2BFE45A9D974}"/>
                  </a:ext>
                </a:extLst>
              </p:cNvPr>
              <p:cNvSpPr txBox="1"/>
              <p:nvPr/>
            </p:nvSpPr>
            <p:spPr>
              <a:xfrm>
                <a:off x="5424648" y="3288959"/>
                <a:ext cx="788867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Used_by_simu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8D6EECA1-6E64-6BC8-FF56-F144D9D5FE13}"/>
                </a:ext>
              </a:extLst>
            </p:cNvPr>
            <p:cNvSpPr/>
            <p:nvPr/>
          </p:nvSpPr>
          <p:spPr>
            <a:xfrm>
              <a:off x="9356925" y="2952862"/>
              <a:ext cx="7634" cy="220729"/>
            </a:xfrm>
            <a:custGeom>
              <a:avLst/>
              <a:gdLst>
                <a:gd name="csX0" fmla="*/ 1 w 7634"/>
                <a:gd name="csY0" fmla="*/ 220730 h 220729"/>
                <a:gd name="csX1" fmla="*/ 1 w 7634"/>
                <a:gd name="csY1" fmla="*/ 1 h 2207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220729">
                  <a:moveTo>
                    <a:pt x="1" y="220730"/>
                  </a:move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9" name="Graphic 4">
              <a:extLst>
                <a:ext uri="{FF2B5EF4-FFF2-40B4-BE49-F238E27FC236}">
                  <a16:creationId xmlns:a16="http://schemas.microsoft.com/office/drawing/2014/main" id="{93BA0900-6905-04CC-4FF5-0DCFAFA6E40E}"/>
                </a:ext>
              </a:extLst>
            </p:cNvPr>
            <p:cNvGrpSpPr/>
            <p:nvPr/>
          </p:nvGrpSpPr>
          <p:grpSpPr>
            <a:xfrm>
              <a:off x="8898834" y="3173592"/>
              <a:ext cx="916183" cy="378393"/>
              <a:chOff x="8898834" y="3173592"/>
              <a:chExt cx="916183" cy="378393"/>
            </a:xfrm>
          </p:grpSpPr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9403A959-CF74-23DF-C7B5-39C234BAF309}"/>
                  </a:ext>
                </a:extLst>
              </p:cNvPr>
              <p:cNvSpPr/>
              <p:nvPr/>
            </p:nvSpPr>
            <p:spPr>
              <a:xfrm>
                <a:off x="8898834" y="3173592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5A3D1AE1-F27B-996D-E421-288C68D95C4C}"/>
                  </a:ext>
                </a:extLst>
              </p:cNvPr>
              <p:cNvSpPr txBox="1"/>
              <p:nvPr/>
            </p:nvSpPr>
            <p:spPr>
              <a:xfrm>
                <a:off x="9023623" y="3267479"/>
                <a:ext cx="666605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Certification</a:t>
                </a:r>
              </a:p>
            </p:txBody>
          </p:sp>
        </p:grp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17D50DF5-C48C-FB7E-D281-7CA847ECA42A}"/>
                </a:ext>
              </a:extLst>
            </p:cNvPr>
            <p:cNvSpPr/>
            <p:nvPr/>
          </p:nvSpPr>
          <p:spPr>
            <a:xfrm>
              <a:off x="6608374" y="2795198"/>
              <a:ext cx="763486" cy="315328"/>
            </a:xfrm>
            <a:custGeom>
              <a:avLst/>
              <a:gdLst>
                <a:gd name="csX0" fmla="*/ 763487 w 763486"/>
                <a:gd name="csY0" fmla="*/ 315329 h 315328"/>
                <a:gd name="csX1" fmla="*/ 1 w 763486"/>
                <a:gd name="csY1" fmla="*/ 315329 h 315328"/>
                <a:gd name="csX2" fmla="*/ 1 w 763486"/>
                <a:gd name="csY2" fmla="*/ 1 h 3153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63486" h="315328">
                  <a:moveTo>
                    <a:pt x="763487" y="315329"/>
                  </a:moveTo>
                  <a:lnTo>
                    <a:pt x="1" y="315329"/>
                  </a:ln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979D174B-13B1-B310-642B-60BC406D0C82}"/>
                </a:ext>
              </a:extLst>
            </p:cNvPr>
            <p:cNvSpPr/>
            <p:nvPr/>
          </p:nvSpPr>
          <p:spPr>
            <a:xfrm>
              <a:off x="7371860" y="2795198"/>
              <a:ext cx="7634" cy="315328"/>
            </a:xfrm>
            <a:custGeom>
              <a:avLst/>
              <a:gdLst>
                <a:gd name="csX0" fmla="*/ 1 w 7634"/>
                <a:gd name="csY0" fmla="*/ 315329 h 315328"/>
                <a:gd name="csX1" fmla="*/ 1 w 7634"/>
                <a:gd name="csY1" fmla="*/ 1 h 3153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315328">
                  <a:moveTo>
                    <a:pt x="1" y="315329"/>
                  </a:move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C8EB96A3-739B-7516-2E27-6FC5DA1DA8B1}"/>
                </a:ext>
              </a:extLst>
            </p:cNvPr>
            <p:cNvSpPr/>
            <p:nvPr/>
          </p:nvSpPr>
          <p:spPr>
            <a:xfrm>
              <a:off x="7371860" y="2795198"/>
              <a:ext cx="763486" cy="315328"/>
            </a:xfrm>
            <a:custGeom>
              <a:avLst/>
              <a:gdLst>
                <a:gd name="csX0" fmla="*/ 1 w 763486"/>
                <a:gd name="csY0" fmla="*/ 315329 h 315328"/>
                <a:gd name="csX1" fmla="*/ 763487 w 763486"/>
                <a:gd name="csY1" fmla="*/ 315329 h 315328"/>
                <a:gd name="csX2" fmla="*/ 763487 w 763486"/>
                <a:gd name="csY2" fmla="*/ 1 h 3153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63486" h="315328">
                  <a:moveTo>
                    <a:pt x="1" y="315329"/>
                  </a:moveTo>
                  <a:lnTo>
                    <a:pt x="763487" y="315329"/>
                  </a:lnTo>
                  <a:lnTo>
                    <a:pt x="763487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5" name="Graphic 4">
              <a:extLst>
                <a:ext uri="{FF2B5EF4-FFF2-40B4-BE49-F238E27FC236}">
                  <a16:creationId xmlns:a16="http://schemas.microsoft.com/office/drawing/2014/main" id="{E120481D-4D92-33CE-3CDC-57CCEE272B2A}"/>
                </a:ext>
              </a:extLst>
            </p:cNvPr>
            <p:cNvGrpSpPr/>
            <p:nvPr/>
          </p:nvGrpSpPr>
          <p:grpSpPr>
            <a:xfrm>
              <a:off x="7066466" y="3110527"/>
              <a:ext cx="610789" cy="504525"/>
              <a:chOff x="7066466" y="3110527"/>
              <a:chExt cx="610789" cy="504525"/>
            </a:xfrm>
          </p:grpSpPr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6E0BF258-BB78-EBEB-A4D1-0F6EE2D39C5D}"/>
                  </a:ext>
                </a:extLst>
              </p:cNvPr>
              <p:cNvSpPr/>
              <p:nvPr/>
            </p:nvSpPr>
            <p:spPr>
              <a:xfrm>
                <a:off x="7066466" y="3110527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372A94A8-11DD-604E-6C7B-4076A92692BE}"/>
                  </a:ext>
                </a:extLst>
              </p:cNvPr>
              <p:cNvSpPr txBox="1"/>
              <p:nvPr/>
            </p:nvSpPr>
            <p:spPr>
              <a:xfrm>
                <a:off x="7172339" y="3268489"/>
                <a:ext cx="371306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Hold</a:t>
                </a:r>
              </a:p>
            </p:txBody>
          </p:sp>
        </p:grp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15BA99D2-E371-EF12-06F5-7BE824B1FECC}"/>
                </a:ext>
              </a:extLst>
            </p:cNvPr>
            <p:cNvSpPr/>
            <p:nvPr/>
          </p:nvSpPr>
          <p:spPr>
            <a:xfrm>
              <a:off x="7677255" y="3362789"/>
              <a:ext cx="1221578" cy="6306"/>
            </a:xfrm>
            <a:custGeom>
              <a:avLst/>
              <a:gdLst>
                <a:gd name="csX0" fmla="*/ 1221579 w 1221578"/>
                <a:gd name="csY0" fmla="*/ 1 h 6306"/>
                <a:gd name="csX1" fmla="*/ 1 w 1221578"/>
                <a:gd name="csY1" fmla="*/ 1 h 63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21578" h="6306">
                  <a:moveTo>
                    <a:pt x="1221579" y="1"/>
                  </a:move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9" name="Graphic 4">
              <a:extLst>
                <a:ext uri="{FF2B5EF4-FFF2-40B4-BE49-F238E27FC236}">
                  <a16:creationId xmlns:a16="http://schemas.microsoft.com/office/drawing/2014/main" id="{5FE4CCEE-09DC-74C2-122B-A9C4FE1EA8B5}"/>
                </a:ext>
              </a:extLst>
            </p:cNvPr>
            <p:cNvGrpSpPr/>
            <p:nvPr/>
          </p:nvGrpSpPr>
          <p:grpSpPr>
            <a:xfrm>
              <a:off x="6280103" y="2479870"/>
              <a:ext cx="633665" cy="315328"/>
              <a:chOff x="6280103" y="2479870"/>
              <a:chExt cx="633665" cy="315328"/>
            </a:xfrm>
          </p:grpSpPr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E508CF05-8310-996B-53BC-5462E8EFAD7B}"/>
                  </a:ext>
                </a:extLst>
              </p:cNvPr>
              <p:cNvSpPr/>
              <p:nvPr/>
            </p:nvSpPr>
            <p:spPr>
              <a:xfrm>
                <a:off x="6302979" y="2479870"/>
                <a:ext cx="610789" cy="315328"/>
              </a:xfrm>
              <a:prstGeom prst="ellipse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9477BF3F-0F67-8BFB-9404-0A358B7A5F97}"/>
                  </a:ext>
                </a:extLst>
              </p:cNvPr>
              <p:cNvSpPr txBox="1"/>
              <p:nvPr/>
            </p:nvSpPr>
            <p:spPr>
              <a:xfrm>
                <a:off x="6280103" y="2546983"/>
                <a:ext cx="626030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issue_date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162" name="Graphic 4">
              <a:extLst>
                <a:ext uri="{FF2B5EF4-FFF2-40B4-BE49-F238E27FC236}">
                  <a16:creationId xmlns:a16="http://schemas.microsoft.com/office/drawing/2014/main" id="{A2A13056-0288-181F-7C5A-2815781C3C68}"/>
                </a:ext>
              </a:extLst>
            </p:cNvPr>
            <p:cNvGrpSpPr/>
            <p:nvPr/>
          </p:nvGrpSpPr>
          <p:grpSpPr>
            <a:xfrm>
              <a:off x="7066466" y="2479870"/>
              <a:ext cx="610789" cy="315328"/>
              <a:chOff x="7066466" y="2479870"/>
              <a:chExt cx="610789" cy="315328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153B4CEC-013D-9309-A705-08322CDB938A}"/>
                  </a:ext>
                </a:extLst>
              </p:cNvPr>
              <p:cNvSpPr/>
              <p:nvPr/>
            </p:nvSpPr>
            <p:spPr>
              <a:xfrm>
                <a:off x="7066466" y="2479870"/>
                <a:ext cx="610789" cy="315328"/>
              </a:xfrm>
              <a:prstGeom prst="ellipse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75E48FC4-47C6-4A47-F787-8A60292123E0}"/>
                  </a:ext>
                </a:extLst>
              </p:cNvPr>
              <p:cNvSpPr txBox="1"/>
              <p:nvPr/>
            </p:nvSpPr>
            <p:spPr>
              <a:xfrm>
                <a:off x="7099561" y="2565903"/>
                <a:ext cx="559866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exp_date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165" name="Graphic 4">
              <a:extLst>
                <a:ext uri="{FF2B5EF4-FFF2-40B4-BE49-F238E27FC236}">
                  <a16:creationId xmlns:a16="http://schemas.microsoft.com/office/drawing/2014/main" id="{EDCDBA72-2103-05DE-CEFF-14522DBCE27D}"/>
                </a:ext>
              </a:extLst>
            </p:cNvPr>
            <p:cNvGrpSpPr/>
            <p:nvPr/>
          </p:nvGrpSpPr>
          <p:grpSpPr>
            <a:xfrm>
              <a:off x="7829952" y="2479870"/>
              <a:ext cx="610789" cy="315328"/>
              <a:chOff x="7829952" y="2479870"/>
              <a:chExt cx="610789" cy="315328"/>
            </a:xfrm>
          </p:grpSpPr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94304AE3-15B8-77E4-9637-1DE74FE503AB}"/>
                  </a:ext>
                </a:extLst>
              </p:cNvPr>
              <p:cNvSpPr/>
              <p:nvPr/>
            </p:nvSpPr>
            <p:spPr>
              <a:xfrm>
                <a:off x="7829952" y="2479870"/>
                <a:ext cx="610789" cy="315328"/>
              </a:xfrm>
              <a:prstGeom prst="ellipse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8E8768A0-725F-921C-2804-07913E5DD293}"/>
                  </a:ext>
                </a:extLst>
              </p:cNvPr>
              <p:cNvSpPr txBox="1"/>
              <p:nvPr/>
            </p:nvSpPr>
            <p:spPr>
              <a:xfrm>
                <a:off x="7931888" y="2537523"/>
                <a:ext cx="406915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result</a:t>
                </a:r>
              </a:p>
            </p:txBody>
          </p:sp>
        </p:grpSp>
        <p:grpSp>
          <p:nvGrpSpPr>
            <p:cNvPr id="168" name="Graphic 4">
              <a:extLst>
                <a:ext uri="{FF2B5EF4-FFF2-40B4-BE49-F238E27FC236}">
                  <a16:creationId xmlns:a16="http://schemas.microsoft.com/office/drawing/2014/main" id="{613CD05E-A047-3F6C-0424-E37999346E45}"/>
                </a:ext>
              </a:extLst>
            </p:cNvPr>
            <p:cNvGrpSpPr/>
            <p:nvPr/>
          </p:nvGrpSpPr>
          <p:grpSpPr>
            <a:xfrm>
              <a:off x="9046802" y="2448337"/>
              <a:ext cx="615518" cy="504525"/>
              <a:chOff x="9046802" y="2448337"/>
              <a:chExt cx="615518" cy="504525"/>
            </a:xfrm>
          </p:grpSpPr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C0DA5005-FAAF-0A67-D28E-FBF2D9C738D0}"/>
                  </a:ext>
                </a:extLst>
              </p:cNvPr>
              <p:cNvSpPr/>
              <p:nvPr/>
            </p:nvSpPr>
            <p:spPr>
              <a:xfrm>
                <a:off x="9051531" y="2448337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2DB0ED6E-3F6F-3034-CF6E-CE89157EB4C7}"/>
                  </a:ext>
                </a:extLst>
              </p:cNvPr>
              <p:cNvSpPr txBox="1"/>
              <p:nvPr/>
            </p:nvSpPr>
            <p:spPr>
              <a:xfrm>
                <a:off x="9046802" y="2583215"/>
                <a:ext cx="569931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Authorize</a:t>
                </a:r>
              </a:p>
            </p:txBody>
          </p:sp>
        </p:grpSp>
        <p:grpSp>
          <p:nvGrpSpPr>
            <p:cNvPr id="171" name="Graphic 4">
              <a:extLst>
                <a:ext uri="{FF2B5EF4-FFF2-40B4-BE49-F238E27FC236}">
                  <a16:creationId xmlns:a16="http://schemas.microsoft.com/office/drawing/2014/main" id="{AF0271E7-8658-A233-D2EF-CDD9E962549D}"/>
                </a:ext>
              </a:extLst>
            </p:cNvPr>
            <p:cNvGrpSpPr/>
            <p:nvPr/>
          </p:nvGrpSpPr>
          <p:grpSpPr>
            <a:xfrm>
              <a:off x="7550134" y="4847986"/>
              <a:ext cx="218739" cy="56759"/>
              <a:chOff x="7550134" y="4847986"/>
              <a:chExt cx="218739" cy="56759"/>
            </a:xfrm>
          </p:grpSpPr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F83CE90-6625-B84E-B69B-92316E1889B0}"/>
                  </a:ext>
                </a:extLst>
              </p:cNvPr>
              <p:cNvSpPr/>
              <p:nvPr/>
            </p:nvSpPr>
            <p:spPr>
              <a:xfrm>
                <a:off x="7601670" y="4876365"/>
                <a:ext cx="167203" cy="6306"/>
              </a:xfrm>
              <a:custGeom>
                <a:avLst/>
                <a:gdLst>
                  <a:gd name="csX0" fmla="*/ 167204 w 167203"/>
                  <a:gd name="csY0" fmla="*/ 1 h 6306"/>
                  <a:gd name="csX1" fmla="*/ 1 w 167203"/>
                  <a:gd name="csY1" fmla="*/ 1 h 63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7203" h="6306">
                    <a:moveTo>
                      <a:pt x="167204" y="1"/>
                    </a:moveTo>
                    <a:lnTo>
                      <a:pt x="1" y="1"/>
                    </a:lnTo>
                  </a:path>
                </a:pathLst>
              </a:custGeom>
              <a:noFill/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343A9CB6-B8D2-83FC-63DF-ED0BC2A13070}"/>
                  </a:ext>
                </a:extLst>
              </p:cNvPr>
              <p:cNvSpPr/>
              <p:nvPr/>
            </p:nvSpPr>
            <p:spPr>
              <a:xfrm>
                <a:off x="7550134" y="4847986"/>
                <a:ext cx="68713" cy="56759"/>
              </a:xfrm>
              <a:custGeom>
                <a:avLst/>
                <a:gdLst>
                  <a:gd name="csX0" fmla="*/ 1 w 68713"/>
                  <a:gd name="csY0" fmla="*/ 28380 h 56759"/>
                  <a:gd name="csX1" fmla="*/ 68714 w 68713"/>
                  <a:gd name="csY1" fmla="*/ 1 h 56759"/>
                  <a:gd name="csX2" fmla="*/ 51536 w 68713"/>
                  <a:gd name="csY2" fmla="*/ 28380 h 56759"/>
                  <a:gd name="csX3" fmla="*/ 68714 w 68713"/>
                  <a:gd name="csY3" fmla="*/ 56760 h 567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713" h="56759">
                    <a:moveTo>
                      <a:pt x="1" y="28380"/>
                    </a:moveTo>
                    <a:lnTo>
                      <a:pt x="68714" y="1"/>
                    </a:lnTo>
                    <a:lnTo>
                      <a:pt x="51536" y="28380"/>
                    </a:lnTo>
                    <a:lnTo>
                      <a:pt x="68714" y="56760"/>
                    </a:lnTo>
                    <a:close/>
                  </a:path>
                </a:pathLst>
              </a:custGeom>
              <a:solidFill>
                <a:srgbClr val="000000"/>
              </a:solidFill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" name="Graphic 4">
              <a:extLst>
                <a:ext uri="{FF2B5EF4-FFF2-40B4-BE49-F238E27FC236}">
                  <a16:creationId xmlns:a16="http://schemas.microsoft.com/office/drawing/2014/main" id="{52310108-388A-A4BE-8A52-C0F7C9787C21}"/>
                </a:ext>
              </a:extLst>
            </p:cNvPr>
            <p:cNvGrpSpPr/>
            <p:nvPr/>
          </p:nvGrpSpPr>
          <p:grpSpPr>
            <a:xfrm>
              <a:off x="8200243" y="5065562"/>
              <a:ext cx="53444" cy="308264"/>
              <a:chOff x="8200243" y="5065562"/>
              <a:chExt cx="53444" cy="308264"/>
            </a:xfrm>
          </p:grpSpPr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C3857AE4-597F-A12E-CF4B-4620B4FD9B28}"/>
                  </a:ext>
                </a:extLst>
              </p:cNvPr>
              <p:cNvSpPr/>
              <p:nvPr/>
            </p:nvSpPr>
            <p:spPr>
              <a:xfrm>
                <a:off x="8226965" y="5065562"/>
                <a:ext cx="7634" cy="275155"/>
              </a:xfrm>
              <a:custGeom>
                <a:avLst/>
                <a:gdLst>
                  <a:gd name="csX0" fmla="*/ 1 w 7634"/>
                  <a:gd name="csY0" fmla="*/ 1 h 275155"/>
                  <a:gd name="csX1" fmla="*/ 1 w 7634"/>
                  <a:gd name="csY1" fmla="*/ 275156 h 275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34" h="275155">
                    <a:moveTo>
                      <a:pt x="1" y="1"/>
                    </a:moveTo>
                    <a:lnTo>
                      <a:pt x="1" y="275156"/>
                    </a:lnTo>
                  </a:path>
                </a:pathLst>
              </a:custGeom>
              <a:noFill/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1C19A877-E42D-7E28-32D3-D66DFB2685BC}"/>
                  </a:ext>
                </a:extLst>
              </p:cNvPr>
              <p:cNvSpPr/>
              <p:nvPr/>
            </p:nvSpPr>
            <p:spPr>
              <a:xfrm>
                <a:off x="8200243" y="5329681"/>
                <a:ext cx="53444" cy="44145"/>
              </a:xfrm>
              <a:custGeom>
                <a:avLst/>
                <a:gdLst>
                  <a:gd name="csX0" fmla="*/ 26723 w 53444"/>
                  <a:gd name="csY0" fmla="*/ 44146 h 44145"/>
                  <a:gd name="csX1" fmla="*/ 1 w 53444"/>
                  <a:gd name="csY1" fmla="*/ 1 h 44145"/>
                  <a:gd name="csX2" fmla="*/ 26723 w 53444"/>
                  <a:gd name="csY2" fmla="*/ 11037 h 44145"/>
                  <a:gd name="csX3" fmla="*/ 53445 w 53444"/>
                  <a:gd name="csY3" fmla="*/ 1 h 441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444" h="44145">
                    <a:moveTo>
                      <a:pt x="26723" y="44146"/>
                    </a:moveTo>
                    <a:lnTo>
                      <a:pt x="1" y="1"/>
                    </a:lnTo>
                    <a:lnTo>
                      <a:pt x="26723" y="11037"/>
                    </a:lnTo>
                    <a:lnTo>
                      <a:pt x="53445" y="1"/>
                    </a:lnTo>
                    <a:close/>
                  </a:path>
                </a:pathLst>
              </a:custGeom>
              <a:solidFill>
                <a:srgbClr val="000000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7" name="Graphic 4">
              <a:extLst>
                <a:ext uri="{FF2B5EF4-FFF2-40B4-BE49-F238E27FC236}">
                  <a16:creationId xmlns:a16="http://schemas.microsoft.com/office/drawing/2014/main" id="{D2DD672F-8F6B-8716-29DE-77E2BAF39AD1}"/>
                </a:ext>
              </a:extLst>
            </p:cNvPr>
            <p:cNvGrpSpPr/>
            <p:nvPr/>
          </p:nvGrpSpPr>
          <p:grpSpPr>
            <a:xfrm>
              <a:off x="7768873" y="4687168"/>
              <a:ext cx="916183" cy="378393"/>
              <a:chOff x="7768873" y="4687168"/>
              <a:chExt cx="916183" cy="378393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E253234E-3D12-CCF3-BFA1-52950E805889}"/>
                  </a:ext>
                </a:extLst>
              </p:cNvPr>
              <p:cNvSpPr/>
              <p:nvPr/>
            </p:nvSpPr>
            <p:spPr>
              <a:xfrm>
                <a:off x="7768873" y="4687168"/>
                <a:ext cx="916183" cy="378393"/>
              </a:xfrm>
              <a:prstGeom prst="rect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BC07E62-E793-F0D1-CD1C-AF83A9C16722}"/>
                  </a:ext>
                </a:extLst>
              </p:cNvPr>
              <p:cNvSpPr txBox="1"/>
              <p:nvPr/>
            </p:nvSpPr>
            <p:spPr>
              <a:xfrm>
                <a:off x="7891090" y="4781055"/>
                <a:ext cx="671749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Reservation</a:t>
                </a:r>
              </a:p>
            </p:txBody>
          </p:sp>
        </p:grpSp>
        <p:grpSp>
          <p:nvGrpSpPr>
            <p:cNvPr id="180" name="Graphic 4">
              <a:extLst>
                <a:ext uri="{FF2B5EF4-FFF2-40B4-BE49-F238E27FC236}">
                  <a16:creationId xmlns:a16="http://schemas.microsoft.com/office/drawing/2014/main" id="{AC4F6E84-9AB1-1961-488B-3F2B4CA648CD}"/>
                </a:ext>
              </a:extLst>
            </p:cNvPr>
            <p:cNvGrpSpPr/>
            <p:nvPr/>
          </p:nvGrpSpPr>
          <p:grpSpPr>
            <a:xfrm>
              <a:off x="6906134" y="4624103"/>
              <a:ext cx="610789" cy="504525"/>
              <a:chOff x="6906134" y="4624103"/>
              <a:chExt cx="610789" cy="504525"/>
            </a:xfrm>
          </p:grpSpPr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E35F687D-7391-25EC-E5EC-D3EE3B636B9E}"/>
                  </a:ext>
                </a:extLst>
              </p:cNvPr>
              <p:cNvSpPr/>
              <p:nvPr/>
            </p:nvSpPr>
            <p:spPr>
              <a:xfrm>
                <a:off x="6906134" y="4624103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3472E6E-8BDF-BC1D-5B16-9C368D58BF5E}"/>
                  </a:ext>
                </a:extLst>
              </p:cNvPr>
              <p:cNvSpPr txBox="1"/>
              <p:nvPr/>
            </p:nvSpPr>
            <p:spPr>
              <a:xfrm>
                <a:off x="6926664" y="4772858"/>
                <a:ext cx="544432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Made By</a:t>
                </a:r>
              </a:p>
            </p:txBody>
          </p:sp>
        </p:grpSp>
        <p:grpSp>
          <p:nvGrpSpPr>
            <p:cNvPr id="183" name="Graphic 4">
              <a:extLst>
                <a:ext uri="{FF2B5EF4-FFF2-40B4-BE49-F238E27FC236}">
                  <a16:creationId xmlns:a16="http://schemas.microsoft.com/office/drawing/2014/main" id="{971C087C-DBD3-936B-1D23-795D1B063990}"/>
                </a:ext>
              </a:extLst>
            </p:cNvPr>
            <p:cNvGrpSpPr/>
            <p:nvPr/>
          </p:nvGrpSpPr>
          <p:grpSpPr>
            <a:xfrm>
              <a:off x="7921571" y="5380890"/>
              <a:ext cx="610789" cy="504525"/>
              <a:chOff x="7921571" y="5380890"/>
              <a:chExt cx="610789" cy="504525"/>
            </a:xfrm>
          </p:grpSpPr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CC9E3B2A-A7FD-B3E2-7C8D-5D1B5BA91871}"/>
                  </a:ext>
                </a:extLst>
              </p:cNvPr>
              <p:cNvSpPr/>
              <p:nvPr/>
            </p:nvSpPr>
            <p:spPr>
              <a:xfrm>
                <a:off x="7921571" y="5380890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A07B4261-AA2C-3EB2-E39F-80E3CC543BA6}"/>
                  </a:ext>
                </a:extLst>
              </p:cNvPr>
              <p:cNvSpPr txBox="1"/>
              <p:nvPr/>
            </p:nvSpPr>
            <p:spPr>
              <a:xfrm>
                <a:off x="7944646" y="5488399"/>
                <a:ext cx="559776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Assigned</a:t>
                </a:r>
              </a:p>
            </p:txBody>
          </p:sp>
        </p:grp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A69278E-F771-5438-852C-EBA9C1045ED8}"/>
                </a:ext>
              </a:extLst>
            </p:cNvPr>
            <p:cNvSpPr/>
            <p:nvPr/>
          </p:nvSpPr>
          <p:spPr>
            <a:xfrm>
              <a:off x="7562732" y="5633153"/>
              <a:ext cx="343568" cy="6306"/>
            </a:xfrm>
            <a:custGeom>
              <a:avLst/>
              <a:gdLst>
                <a:gd name="csX0" fmla="*/ 1 w 343568"/>
                <a:gd name="csY0" fmla="*/ 1 h 6306"/>
                <a:gd name="csX1" fmla="*/ 343569 w 343568"/>
                <a:gd name="csY1" fmla="*/ 1 h 63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43568" h="6306">
                  <a:moveTo>
                    <a:pt x="1" y="1"/>
                  </a:moveTo>
                  <a:lnTo>
                    <a:pt x="343569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7" name="Graphic 4">
              <a:extLst>
                <a:ext uri="{FF2B5EF4-FFF2-40B4-BE49-F238E27FC236}">
                  <a16:creationId xmlns:a16="http://schemas.microsoft.com/office/drawing/2014/main" id="{C15554F4-9D4C-10EB-F3BA-8A61C085DE3D}"/>
                </a:ext>
              </a:extLst>
            </p:cNvPr>
            <p:cNvGrpSpPr/>
            <p:nvPr/>
          </p:nvGrpSpPr>
          <p:grpSpPr>
            <a:xfrm>
              <a:off x="6827190" y="5475489"/>
              <a:ext cx="783946" cy="315328"/>
              <a:chOff x="6827190" y="5475489"/>
              <a:chExt cx="783946" cy="315328"/>
            </a:xfrm>
          </p:grpSpPr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D91B57FC-07A4-F06B-1BA5-72BF131BDB2C}"/>
                  </a:ext>
                </a:extLst>
              </p:cNvPr>
              <p:cNvSpPr/>
              <p:nvPr/>
            </p:nvSpPr>
            <p:spPr>
              <a:xfrm>
                <a:off x="6837420" y="5475489"/>
                <a:ext cx="725312" cy="315328"/>
              </a:xfrm>
              <a:prstGeom prst="ellipse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013F94A2-B3CF-0464-4F9A-BC8EC121CB42}"/>
                  </a:ext>
                </a:extLst>
              </p:cNvPr>
              <p:cNvSpPr txBox="1"/>
              <p:nvPr/>
            </p:nvSpPr>
            <p:spPr>
              <a:xfrm>
                <a:off x="6827190" y="5539488"/>
                <a:ext cx="783946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who_approved</a:t>
                </a:r>
              </a:p>
            </p:txBody>
          </p:sp>
        </p:grpSp>
        <p:grpSp>
          <p:nvGrpSpPr>
            <p:cNvPr id="190" name="Graphic 4">
              <a:extLst>
                <a:ext uri="{FF2B5EF4-FFF2-40B4-BE49-F238E27FC236}">
                  <a16:creationId xmlns:a16="http://schemas.microsoft.com/office/drawing/2014/main" id="{ABD9ABF8-B55F-3637-68FE-329D93CD549F}"/>
                </a:ext>
              </a:extLst>
            </p:cNvPr>
            <p:cNvGrpSpPr/>
            <p:nvPr/>
          </p:nvGrpSpPr>
          <p:grpSpPr>
            <a:xfrm>
              <a:off x="3016170" y="8972480"/>
              <a:ext cx="839835" cy="189196"/>
              <a:chOff x="3016170" y="8972480"/>
              <a:chExt cx="839835" cy="189196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1DD14670-9C91-F11E-6C49-E8AE0F85ECFF}"/>
                  </a:ext>
                </a:extLst>
              </p:cNvPr>
              <p:cNvSpPr/>
              <p:nvPr/>
            </p:nvSpPr>
            <p:spPr>
              <a:xfrm>
                <a:off x="3016170" y="8972480"/>
                <a:ext cx="839835" cy="189196"/>
              </a:xfrm>
              <a:prstGeom prst="rect">
                <a:avLst/>
              </a:prstGeom>
              <a:noFill/>
              <a:ln w="76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0629899A-EE5F-6339-A3AE-7B95A5C29A4E}"/>
                  </a:ext>
                </a:extLst>
              </p:cNvPr>
              <p:cNvSpPr txBox="1"/>
              <p:nvPr/>
            </p:nvSpPr>
            <p:spPr>
              <a:xfrm>
                <a:off x="3004762" y="8974921"/>
                <a:ext cx="870286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Requires Faculty</a:t>
                </a:r>
              </a:p>
            </p:txBody>
          </p:sp>
        </p:grpSp>
        <p:grpSp>
          <p:nvGrpSpPr>
            <p:cNvPr id="193" name="Graphic 4">
              <a:extLst>
                <a:ext uri="{FF2B5EF4-FFF2-40B4-BE49-F238E27FC236}">
                  <a16:creationId xmlns:a16="http://schemas.microsoft.com/office/drawing/2014/main" id="{CFA72533-D07F-3831-B0D8-23885A69E550}"/>
                </a:ext>
              </a:extLst>
            </p:cNvPr>
            <p:cNvGrpSpPr/>
            <p:nvPr/>
          </p:nvGrpSpPr>
          <p:grpSpPr>
            <a:xfrm>
              <a:off x="7062648" y="6323722"/>
              <a:ext cx="458091" cy="189196"/>
              <a:chOff x="7062648" y="6323722"/>
              <a:chExt cx="458091" cy="189196"/>
            </a:xfrm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5E3222A-B97D-7B84-72B3-2F6B7B845B35}"/>
                  </a:ext>
                </a:extLst>
              </p:cNvPr>
              <p:cNvSpPr/>
              <p:nvPr/>
            </p:nvSpPr>
            <p:spPr>
              <a:xfrm>
                <a:off x="7062648" y="6323722"/>
                <a:ext cx="458091" cy="189196"/>
              </a:xfrm>
              <a:prstGeom prst="rect">
                <a:avLst/>
              </a:prstGeom>
              <a:noFill/>
              <a:ln w="76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CC65DE1F-68BD-CFC7-57E6-E706AEE1ADEB}"/>
                  </a:ext>
                </a:extLst>
              </p:cNvPr>
              <p:cNvSpPr txBox="1"/>
              <p:nvPr/>
            </p:nvSpPr>
            <p:spPr>
              <a:xfrm>
                <a:off x="6995291" y="6326164"/>
                <a:ext cx="600441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Approvers</a:t>
                </a:r>
              </a:p>
            </p:txBody>
          </p:sp>
        </p:grpSp>
        <p:grpSp>
          <p:nvGrpSpPr>
            <p:cNvPr id="196" name="Graphic 4">
              <a:extLst>
                <a:ext uri="{FF2B5EF4-FFF2-40B4-BE49-F238E27FC236}">
                  <a16:creationId xmlns:a16="http://schemas.microsoft.com/office/drawing/2014/main" id="{AEB97F34-3F39-DF29-0565-987ECE95265C}"/>
                </a:ext>
              </a:extLst>
            </p:cNvPr>
            <p:cNvGrpSpPr/>
            <p:nvPr/>
          </p:nvGrpSpPr>
          <p:grpSpPr>
            <a:xfrm>
              <a:off x="5810530" y="1029360"/>
              <a:ext cx="68713" cy="231135"/>
              <a:chOff x="5810530" y="1029360"/>
              <a:chExt cx="68713" cy="231135"/>
            </a:xfrm>
          </p:grpSpPr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1D7A6AA5-6B83-20CF-00B1-27A741363108}"/>
                  </a:ext>
                </a:extLst>
              </p:cNvPr>
              <p:cNvSpPr/>
              <p:nvPr/>
            </p:nvSpPr>
            <p:spPr>
              <a:xfrm>
                <a:off x="5844887" y="1029360"/>
                <a:ext cx="7634" cy="188566"/>
              </a:xfrm>
              <a:custGeom>
                <a:avLst/>
                <a:gdLst>
                  <a:gd name="csX0" fmla="*/ 1 w 7634"/>
                  <a:gd name="csY0" fmla="*/ 1 h 188566"/>
                  <a:gd name="csX1" fmla="*/ 1 w 7634"/>
                  <a:gd name="csY1" fmla="*/ 188567 h 1885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34" h="188566">
                    <a:moveTo>
                      <a:pt x="1" y="1"/>
                    </a:moveTo>
                    <a:lnTo>
                      <a:pt x="1" y="188567"/>
                    </a:lnTo>
                  </a:path>
                </a:pathLst>
              </a:custGeom>
              <a:noFill/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00A51591-902F-E6C2-6440-6CE19FB5905C}"/>
                  </a:ext>
                </a:extLst>
              </p:cNvPr>
              <p:cNvSpPr/>
              <p:nvPr/>
            </p:nvSpPr>
            <p:spPr>
              <a:xfrm>
                <a:off x="5810530" y="1203736"/>
                <a:ext cx="68713" cy="56759"/>
              </a:xfrm>
              <a:custGeom>
                <a:avLst/>
                <a:gdLst>
                  <a:gd name="csX0" fmla="*/ 34357 w 68713"/>
                  <a:gd name="csY0" fmla="*/ 56760 h 56759"/>
                  <a:gd name="csX1" fmla="*/ 1 w 68713"/>
                  <a:gd name="csY1" fmla="*/ 1 h 56759"/>
                  <a:gd name="csX2" fmla="*/ 34357 w 68713"/>
                  <a:gd name="csY2" fmla="*/ 14190 h 56759"/>
                  <a:gd name="csX3" fmla="*/ 68714 w 68713"/>
                  <a:gd name="csY3" fmla="*/ 1 h 567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713" h="56759">
                    <a:moveTo>
                      <a:pt x="34357" y="56760"/>
                    </a:moveTo>
                    <a:lnTo>
                      <a:pt x="1" y="1"/>
                    </a:lnTo>
                    <a:lnTo>
                      <a:pt x="34357" y="14190"/>
                    </a:lnTo>
                    <a:lnTo>
                      <a:pt x="68714" y="1"/>
                    </a:lnTo>
                    <a:close/>
                  </a:path>
                </a:pathLst>
              </a:custGeom>
              <a:solidFill>
                <a:srgbClr val="000000"/>
              </a:solidFill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9" name="Graphic 4">
              <a:extLst>
                <a:ext uri="{FF2B5EF4-FFF2-40B4-BE49-F238E27FC236}">
                  <a16:creationId xmlns:a16="http://schemas.microsoft.com/office/drawing/2014/main" id="{BE86DADD-2DAB-0FA4-3C7E-2165134FC682}"/>
                </a:ext>
              </a:extLst>
            </p:cNvPr>
            <p:cNvGrpSpPr/>
            <p:nvPr/>
          </p:nvGrpSpPr>
          <p:grpSpPr>
            <a:xfrm>
              <a:off x="5463144" y="777097"/>
              <a:ext cx="763486" cy="252262"/>
              <a:chOff x="5463144" y="777097"/>
              <a:chExt cx="763486" cy="252262"/>
            </a:xfrm>
          </p:grpSpPr>
          <p:grpSp>
            <p:nvGrpSpPr>
              <p:cNvPr id="200" name="Graphic 4">
                <a:extLst>
                  <a:ext uri="{FF2B5EF4-FFF2-40B4-BE49-F238E27FC236}">
                    <a16:creationId xmlns:a16="http://schemas.microsoft.com/office/drawing/2014/main" id="{7D1D000B-3B07-00D5-6DB8-536A94BB1F32}"/>
                  </a:ext>
                </a:extLst>
              </p:cNvPr>
              <p:cNvGrpSpPr/>
              <p:nvPr/>
            </p:nvGrpSpPr>
            <p:grpSpPr>
              <a:xfrm>
                <a:off x="5463144" y="777097"/>
                <a:ext cx="763486" cy="252262"/>
                <a:chOff x="5463144" y="777097"/>
                <a:chExt cx="763486" cy="252262"/>
              </a:xfrm>
              <a:solidFill>
                <a:srgbClr val="FFFFFF"/>
              </a:solidFill>
            </p:grpSpPr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E1A3EEB4-5D71-84BA-DBAC-14341604061D}"/>
                    </a:ext>
                  </a:extLst>
                </p:cNvPr>
                <p:cNvSpPr/>
                <p:nvPr/>
              </p:nvSpPr>
              <p:spPr>
                <a:xfrm>
                  <a:off x="5463144" y="777097"/>
                  <a:ext cx="763486" cy="252262"/>
                </a:xfrm>
                <a:prstGeom prst="rect">
                  <a:avLst/>
                </a:prstGeom>
                <a:solidFill>
                  <a:srgbClr val="FFFFFF"/>
                </a:solidFill>
                <a:ln w="763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A1721ED5-1D92-791C-973D-A32197A4A27E}"/>
                    </a:ext>
                  </a:extLst>
                </p:cNvPr>
                <p:cNvSpPr/>
                <p:nvPr/>
              </p:nvSpPr>
              <p:spPr>
                <a:xfrm>
                  <a:off x="5501318" y="808630"/>
                  <a:ext cx="687137" cy="189196"/>
                </a:xfrm>
                <a:prstGeom prst="rect">
                  <a:avLst/>
                </a:prstGeom>
                <a:solidFill>
                  <a:srgbClr val="FFFFFF"/>
                </a:solidFill>
                <a:ln w="763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F99C658-40F6-AF75-E293-5EB790AD110E}"/>
                  </a:ext>
                </a:extLst>
              </p:cNvPr>
              <p:cNvSpPr txBox="1"/>
              <p:nvPr/>
            </p:nvSpPr>
            <p:spPr>
              <a:xfrm>
                <a:off x="5491141" y="763772"/>
                <a:ext cx="707493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Maintenance</a:t>
                </a: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1EBA6778-2DEF-0E06-D106-768FF71BAE6C}"/>
                  </a:ext>
                </a:extLst>
              </p:cNvPr>
              <p:cNvSpPr txBox="1"/>
              <p:nvPr/>
            </p:nvSpPr>
            <p:spPr>
              <a:xfrm>
                <a:off x="5552272" y="852064"/>
                <a:ext cx="585231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Operation</a:t>
                </a:r>
              </a:p>
            </p:txBody>
          </p:sp>
        </p:grpSp>
        <p:grpSp>
          <p:nvGrpSpPr>
            <p:cNvPr id="205" name="Graphic 4">
              <a:extLst>
                <a:ext uri="{FF2B5EF4-FFF2-40B4-BE49-F238E27FC236}">
                  <a16:creationId xmlns:a16="http://schemas.microsoft.com/office/drawing/2014/main" id="{08A1BE48-8AAC-51AC-E71A-265490DE90FC}"/>
                </a:ext>
              </a:extLst>
            </p:cNvPr>
            <p:cNvGrpSpPr/>
            <p:nvPr/>
          </p:nvGrpSpPr>
          <p:grpSpPr>
            <a:xfrm>
              <a:off x="5386795" y="1281622"/>
              <a:ext cx="916183" cy="378393"/>
              <a:chOff x="5386795" y="1281622"/>
              <a:chExt cx="916183" cy="378393"/>
            </a:xfrm>
          </p:grpSpPr>
          <p:grpSp>
            <p:nvGrpSpPr>
              <p:cNvPr id="206" name="Graphic 4">
                <a:extLst>
                  <a:ext uri="{FF2B5EF4-FFF2-40B4-BE49-F238E27FC236}">
                    <a16:creationId xmlns:a16="http://schemas.microsoft.com/office/drawing/2014/main" id="{08262AF1-910A-6A70-FF42-A2A22107988C}"/>
                  </a:ext>
                </a:extLst>
              </p:cNvPr>
              <p:cNvGrpSpPr/>
              <p:nvPr/>
            </p:nvGrpSpPr>
            <p:grpSpPr>
              <a:xfrm>
                <a:off x="5386795" y="1281622"/>
                <a:ext cx="916183" cy="378393"/>
                <a:chOff x="5386795" y="1281622"/>
                <a:chExt cx="916183" cy="378393"/>
              </a:xfrm>
              <a:solidFill>
                <a:srgbClr val="FFFFFF"/>
              </a:solidFill>
            </p:grpSpPr>
            <p:sp>
              <p:nvSpPr>
                <p:cNvPr id="207" name="Freeform: Shape 206">
                  <a:extLst>
                    <a:ext uri="{FF2B5EF4-FFF2-40B4-BE49-F238E27FC236}">
                      <a16:creationId xmlns:a16="http://schemas.microsoft.com/office/drawing/2014/main" id="{282E32C7-89EA-6734-EEF6-512856029A03}"/>
                    </a:ext>
                  </a:extLst>
                </p:cNvPr>
                <p:cNvSpPr/>
                <p:nvPr/>
              </p:nvSpPr>
              <p:spPr>
                <a:xfrm>
                  <a:off x="5386795" y="1281622"/>
                  <a:ext cx="916183" cy="378393"/>
                </a:xfrm>
                <a:custGeom>
                  <a:avLst/>
                  <a:gdLst>
                    <a:gd name="csX0" fmla="*/ 458092 w 916183"/>
                    <a:gd name="csY0" fmla="*/ 1 h 378393"/>
                    <a:gd name="csX1" fmla="*/ 916184 w 916183"/>
                    <a:gd name="csY1" fmla="*/ 189197 h 378393"/>
                    <a:gd name="csX2" fmla="*/ 458092 w 916183"/>
                    <a:gd name="csY2" fmla="*/ 378394 h 378393"/>
                    <a:gd name="csX3" fmla="*/ 1 w 916183"/>
                    <a:gd name="csY3" fmla="*/ 189197 h 3783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16183" h="378393">
                      <a:moveTo>
                        <a:pt x="458092" y="1"/>
                      </a:moveTo>
                      <a:lnTo>
                        <a:pt x="916184" y="189197"/>
                      </a:lnTo>
                      <a:lnTo>
                        <a:pt x="458092" y="378394"/>
                      </a:lnTo>
                      <a:lnTo>
                        <a:pt x="1" y="1891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3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Freeform: Shape 207">
                  <a:extLst>
                    <a:ext uri="{FF2B5EF4-FFF2-40B4-BE49-F238E27FC236}">
                      <a16:creationId xmlns:a16="http://schemas.microsoft.com/office/drawing/2014/main" id="{504696FC-4629-24B4-A25E-85D391828C80}"/>
                    </a:ext>
                  </a:extLst>
                </p:cNvPr>
                <p:cNvSpPr/>
                <p:nvPr/>
              </p:nvSpPr>
              <p:spPr>
                <a:xfrm>
                  <a:off x="5417335" y="1306849"/>
                  <a:ext cx="855104" cy="327941"/>
                </a:xfrm>
                <a:custGeom>
                  <a:avLst/>
                  <a:gdLst>
                    <a:gd name="csX0" fmla="*/ 427553 w 855104"/>
                    <a:gd name="csY0" fmla="*/ 1 h 327941"/>
                    <a:gd name="csX1" fmla="*/ 855105 w 855104"/>
                    <a:gd name="csY1" fmla="*/ 163971 h 327941"/>
                    <a:gd name="csX2" fmla="*/ 427553 w 855104"/>
                    <a:gd name="csY2" fmla="*/ 327942 h 327941"/>
                    <a:gd name="csX3" fmla="*/ 1 w 855104"/>
                    <a:gd name="csY3" fmla="*/ 163971 h 3279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55104" h="327941">
                      <a:moveTo>
                        <a:pt x="427553" y="1"/>
                      </a:moveTo>
                      <a:lnTo>
                        <a:pt x="855105" y="163971"/>
                      </a:lnTo>
                      <a:lnTo>
                        <a:pt x="427553" y="327942"/>
                      </a:lnTo>
                      <a:lnTo>
                        <a:pt x="1" y="1639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3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46B3C054-8DCF-F1F5-9251-3EB90783D67E}"/>
                  </a:ext>
                </a:extLst>
              </p:cNvPr>
              <p:cNvSpPr txBox="1"/>
              <p:nvPr/>
            </p:nvSpPr>
            <p:spPr>
              <a:xfrm>
                <a:off x="5671984" y="1375509"/>
                <a:ext cx="345806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Has</a:t>
                </a:r>
              </a:p>
            </p:txBody>
          </p:sp>
        </p:grpSp>
        <p:grpSp>
          <p:nvGrpSpPr>
            <p:cNvPr id="210" name="Graphic 4">
              <a:extLst>
                <a:ext uri="{FF2B5EF4-FFF2-40B4-BE49-F238E27FC236}">
                  <a16:creationId xmlns:a16="http://schemas.microsoft.com/office/drawing/2014/main" id="{E3DFD952-784C-DBA8-F596-88E11C0ED5E9}"/>
                </a:ext>
              </a:extLst>
            </p:cNvPr>
            <p:cNvGrpSpPr/>
            <p:nvPr/>
          </p:nvGrpSpPr>
          <p:grpSpPr>
            <a:xfrm>
              <a:off x="10005889" y="650966"/>
              <a:ext cx="610789" cy="504525"/>
              <a:chOff x="10005889" y="650966"/>
              <a:chExt cx="610789" cy="504525"/>
            </a:xfrm>
          </p:grpSpPr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05264464-9073-035E-67F4-D6D5A1C987CF}"/>
                  </a:ext>
                </a:extLst>
              </p:cNvPr>
              <p:cNvSpPr/>
              <p:nvPr/>
            </p:nvSpPr>
            <p:spPr>
              <a:xfrm>
                <a:off x="10005889" y="650966"/>
                <a:ext cx="610789" cy="504525"/>
              </a:xfrm>
              <a:custGeom>
                <a:avLst/>
                <a:gdLst>
                  <a:gd name="csX0" fmla="*/ 305395 w 610789"/>
                  <a:gd name="csY0" fmla="*/ 1 h 504525"/>
                  <a:gd name="csX1" fmla="*/ 610790 w 610789"/>
                  <a:gd name="csY1" fmla="*/ 252263 h 504525"/>
                  <a:gd name="csX2" fmla="*/ 305395 w 610789"/>
                  <a:gd name="csY2" fmla="*/ 504526 h 504525"/>
                  <a:gd name="csX3" fmla="*/ 1 w 610789"/>
                  <a:gd name="csY3" fmla="*/ 252263 h 504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789" h="504525">
                    <a:moveTo>
                      <a:pt x="305395" y="1"/>
                    </a:moveTo>
                    <a:lnTo>
                      <a:pt x="610790" y="252263"/>
                    </a:lnTo>
                    <a:lnTo>
                      <a:pt x="305395" y="504526"/>
                    </a:lnTo>
                    <a:lnTo>
                      <a:pt x="1" y="252263"/>
                    </a:lnTo>
                    <a:close/>
                  </a:path>
                </a:pathLst>
              </a:cu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BAB0039E-AA5A-B7D3-55B7-23D1554575C6}"/>
                  </a:ext>
                </a:extLst>
              </p:cNvPr>
              <p:cNvSpPr txBox="1"/>
              <p:nvPr/>
            </p:nvSpPr>
            <p:spPr>
              <a:xfrm>
                <a:off x="10034034" y="777097"/>
                <a:ext cx="554498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Performs</a:t>
                </a:r>
              </a:p>
            </p:txBody>
          </p:sp>
        </p:grpSp>
        <p:grpSp>
          <p:nvGrpSpPr>
            <p:cNvPr id="213" name="Graphic 4">
              <a:extLst>
                <a:ext uri="{FF2B5EF4-FFF2-40B4-BE49-F238E27FC236}">
                  <a16:creationId xmlns:a16="http://schemas.microsoft.com/office/drawing/2014/main" id="{F9AEFCEB-0332-30A4-B4B5-95D1EB0D1971}"/>
                </a:ext>
              </a:extLst>
            </p:cNvPr>
            <p:cNvGrpSpPr/>
            <p:nvPr/>
          </p:nvGrpSpPr>
          <p:grpSpPr>
            <a:xfrm>
              <a:off x="6226631" y="874849"/>
              <a:ext cx="3753681" cy="56759"/>
              <a:chOff x="6226631" y="874849"/>
              <a:chExt cx="3753681" cy="56759"/>
            </a:xfrm>
          </p:grpSpPr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C97814B8-F524-73D1-4CDC-9833E125A168}"/>
                  </a:ext>
                </a:extLst>
              </p:cNvPr>
              <p:cNvSpPr/>
              <p:nvPr/>
            </p:nvSpPr>
            <p:spPr>
              <a:xfrm>
                <a:off x="6226631" y="903228"/>
                <a:ext cx="3702146" cy="6306"/>
              </a:xfrm>
              <a:custGeom>
                <a:avLst/>
                <a:gdLst>
                  <a:gd name="csX0" fmla="*/ 1 w 3702146"/>
                  <a:gd name="csY0" fmla="*/ 1 h 6306"/>
                  <a:gd name="csX1" fmla="*/ 3702147 w 3702146"/>
                  <a:gd name="csY1" fmla="*/ 1 h 63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702146" h="6306">
                    <a:moveTo>
                      <a:pt x="1" y="1"/>
                    </a:moveTo>
                    <a:lnTo>
                      <a:pt x="3702147" y="1"/>
                    </a:lnTo>
                  </a:path>
                </a:pathLst>
              </a:custGeom>
              <a:noFill/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E4AC5B35-138E-E2F3-D166-A0E0AE7CE341}"/>
                  </a:ext>
                </a:extLst>
              </p:cNvPr>
              <p:cNvSpPr/>
              <p:nvPr/>
            </p:nvSpPr>
            <p:spPr>
              <a:xfrm>
                <a:off x="9911599" y="874849"/>
                <a:ext cx="68713" cy="56759"/>
              </a:xfrm>
              <a:custGeom>
                <a:avLst/>
                <a:gdLst>
                  <a:gd name="csX0" fmla="*/ 68714 w 68713"/>
                  <a:gd name="csY0" fmla="*/ 28380 h 56759"/>
                  <a:gd name="csX1" fmla="*/ 1 w 68713"/>
                  <a:gd name="csY1" fmla="*/ 56760 h 56759"/>
                  <a:gd name="csX2" fmla="*/ 17179 w 68713"/>
                  <a:gd name="csY2" fmla="*/ 28380 h 56759"/>
                  <a:gd name="csX3" fmla="*/ 1 w 68713"/>
                  <a:gd name="csY3" fmla="*/ 1 h 567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713" h="56759">
                    <a:moveTo>
                      <a:pt x="68714" y="28380"/>
                    </a:moveTo>
                    <a:lnTo>
                      <a:pt x="1" y="56760"/>
                    </a:lnTo>
                    <a:lnTo>
                      <a:pt x="17179" y="2838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73213B25-E1C6-7E49-9E0C-A88936C6A971}"/>
                </a:ext>
              </a:extLst>
            </p:cNvPr>
            <p:cNvSpPr/>
            <p:nvPr/>
          </p:nvSpPr>
          <p:spPr>
            <a:xfrm>
              <a:off x="5844887" y="461769"/>
              <a:ext cx="7634" cy="315328"/>
            </a:xfrm>
            <a:custGeom>
              <a:avLst/>
              <a:gdLst>
                <a:gd name="csX0" fmla="*/ 1 w 7634"/>
                <a:gd name="csY0" fmla="*/ 1 h 315328"/>
                <a:gd name="csX1" fmla="*/ 1 w 7634"/>
                <a:gd name="csY1" fmla="*/ 315329 h 3153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315328">
                  <a:moveTo>
                    <a:pt x="1" y="1"/>
                  </a:moveTo>
                  <a:lnTo>
                    <a:pt x="1" y="315329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7" name="Graphic 4">
              <a:extLst>
                <a:ext uri="{FF2B5EF4-FFF2-40B4-BE49-F238E27FC236}">
                  <a16:creationId xmlns:a16="http://schemas.microsoft.com/office/drawing/2014/main" id="{A99A683E-F340-4281-433A-0ECA01552A81}"/>
                </a:ext>
              </a:extLst>
            </p:cNvPr>
            <p:cNvGrpSpPr/>
            <p:nvPr/>
          </p:nvGrpSpPr>
          <p:grpSpPr>
            <a:xfrm>
              <a:off x="5463144" y="209506"/>
              <a:ext cx="763486" cy="252262"/>
              <a:chOff x="5463144" y="209506"/>
              <a:chExt cx="763486" cy="252262"/>
            </a:xfrm>
          </p:grpSpPr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574AF304-9857-DCCB-419B-DF68A5DCF234}"/>
                  </a:ext>
                </a:extLst>
              </p:cNvPr>
              <p:cNvSpPr/>
              <p:nvPr/>
            </p:nvSpPr>
            <p:spPr>
              <a:xfrm>
                <a:off x="5463144" y="209506"/>
                <a:ext cx="763486" cy="252262"/>
              </a:xfrm>
              <a:prstGeom prst="ellipse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D6471DF4-DDBD-7D32-3812-3A3613C00CA6}"/>
                  </a:ext>
                </a:extLst>
              </p:cNvPr>
              <p:cNvSpPr txBox="1"/>
              <p:nvPr/>
            </p:nvSpPr>
            <p:spPr>
              <a:xfrm>
                <a:off x="5440343" y="240327"/>
                <a:ext cx="809088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u="sng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start timestamp</a:t>
                </a:r>
              </a:p>
            </p:txBody>
          </p:sp>
        </p:grpSp>
        <p:grpSp>
          <p:nvGrpSpPr>
            <p:cNvPr id="220" name="Graphic 4">
              <a:extLst>
                <a:ext uri="{FF2B5EF4-FFF2-40B4-BE49-F238E27FC236}">
                  <a16:creationId xmlns:a16="http://schemas.microsoft.com/office/drawing/2014/main" id="{38759C5C-24D7-A54F-FF69-F5B60E4064E2}"/>
                </a:ext>
              </a:extLst>
            </p:cNvPr>
            <p:cNvGrpSpPr/>
            <p:nvPr/>
          </p:nvGrpSpPr>
          <p:grpSpPr>
            <a:xfrm>
              <a:off x="10372437" y="4390048"/>
              <a:ext cx="564832" cy="255676"/>
              <a:chOff x="10372437" y="4390048"/>
              <a:chExt cx="564832" cy="255676"/>
            </a:xfrm>
          </p:grpSpPr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4C6D635B-15D5-9BBA-6058-5FB50250007F}"/>
                  </a:ext>
                </a:extLst>
              </p:cNvPr>
              <p:cNvSpPr/>
              <p:nvPr/>
            </p:nvSpPr>
            <p:spPr>
              <a:xfrm>
                <a:off x="10421989" y="4431752"/>
                <a:ext cx="458091" cy="189196"/>
              </a:xfrm>
              <a:prstGeom prst="rect">
                <a:avLst/>
              </a:prstGeom>
              <a:noFill/>
              <a:ln w="76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8A349047-9590-AB5E-00BB-00502590779C}"/>
                  </a:ext>
                </a:extLst>
              </p:cNvPr>
              <p:cNvSpPr txBox="1"/>
              <p:nvPr/>
            </p:nvSpPr>
            <p:spPr>
              <a:xfrm>
                <a:off x="10372437" y="4390048"/>
                <a:ext cx="564832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Technical</a:t>
                </a:r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DBBD894D-D23B-07D3-BEDD-F88CCCCE82AD}"/>
                  </a:ext>
                </a:extLst>
              </p:cNvPr>
              <p:cNvSpPr txBox="1"/>
              <p:nvPr/>
            </p:nvSpPr>
            <p:spPr>
              <a:xfrm>
                <a:off x="10437899" y="4469737"/>
                <a:ext cx="369650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Staff</a:t>
                </a:r>
              </a:p>
            </p:txBody>
          </p:sp>
        </p:grpSp>
        <p:grpSp>
          <p:nvGrpSpPr>
            <p:cNvPr id="224" name="Graphic 4">
              <a:extLst>
                <a:ext uri="{FF2B5EF4-FFF2-40B4-BE49-F238E27FC236}">
                  <a16:creationId xmlns:a16="http://schemas.microsoft.com/office/drawing/2014/main" id="{29613DCF-9433-ECC7-39A6-ED92631497EE}"/>
                </a:ext>
              </a:extLst>
            </p:cNvPr>
            <p:cNvGrpSpPr/>
            <p:nvPr/>
          </p:nvGrpSpPr>
          <p:grpSpPr>
            <a:xfrm>
              <a:off x="3249033" y="2010031"/>
              <a:ext cx="508863" cy="56759"/>
              <a:chOff x="3249033" y="2010031"/>
              <a:chExt cx="508863" cy="56759"/>
            </a:xfrm>
          </p:grpSpPr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E1D10EEB-4BD8-823A-A406-7F3CCD82CD09}"/>
                  </a:ext>
                </a:extLst>
              </p:cNvPr>
              <p:cNvSpPr/>
              <p:nvPr/>
            </p:nvSpPr>
            <p:spPr>
              <a:xfrm>
                <a:off x="3249033" y="2038410"/>
                <a:ext cx="457328" cy="6306"/>
              </a:xfrm>
              <a:custGeom>
                <a:avLst/>
                <a:gdLst>
                  <a:gd name="csX0" fmla="*/ 1 w 457328"/>
                  <a:gd name="csY0" fmla="*/ 1 h 6306"/>
                  <a:gd name="csX1" fmla="*/ 457329 w 457328"/>
                  <a:gd name="csY1" fmla="*/ 1 h 63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7328" h="6306">
                    <a:moveTo>
                      <a:pt x="1" y="1"/>
                    </a:moveTo>
                    <a:lnTo>
                      <a:pt x="457329" y="1"/>
                    </a:lnTo>
                  </a:path>
                </a:pathLst>
              </a:custGeom>
              <a:noFill/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0162006-F7A6-BE60-6174-A159FC788538}"/>
                  </a:ext>
                </a:extLst>
              </p:cNvPr>
              <p:cNvSpPr/>
              <p:nvPr/>
            </p:nvSpPr>
            <p:spPr>
              <a:xfrm>
                <a:off x="3689183" y="2010031"/>
                <a:ext cx="68713" cy="56759"/>
              </a:xfrm>
              <a:custGeom>
                <a:avLst/>
                <a:gdLst>
                  <a:gd name="csX0" fmla="*/ 68714 w 68713"/>
                  <a:gd name="csY0" fmla="*/ 28380 h 56759"/>
                  <a:gd name="csX1" fmla="*/ 1 w 68713"/>
                  <a:gd name="csY1" fmla="*/ 56760 h 56759"/>
                  <a:gd name="csX2" fmla="*/ 17179 w 68713"/>
                  <a:gd name="csY2" fmla="*/ 28380 h 56759"/>
                  <a:gd name="csX3" fmla="*/ 1 w 68713"/>
                  <a:gd name="csY3" fmla="*/ 1 h 567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713" h="56759">
                    <a:moveTo>
                      <a:pt x="68714" y="28380"/>
                    </a:moveTo>
                    <a:lnTo>
                      <a:pt x="1" y="56760"/>
                    </a:lnTo>
                    <a:lnTo>
                      <a:pt x="17179" y="2838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2288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35EFD02-4CC8-E7DC-13D8-ACDC70DEF488}"/>
                </a:ext>
              </a:extLst>
            </p:cNvPr>
            <p:cNvSpPr/>
            <p:nvPr/>
          </p:nvSpPr>
          <p:spPr>
            <a:xfrm>
              <a:off x="2867290" y="1660016"/>
              <a:ext cx="7634" cy="252262"/>
            </a:xfrm>
            <a:custGeom>
              <a:avLst/>
              <a:gdLst>
                <a:gd name="csX0" fmla="*/ 1 w 7634"/>
                <a:gd name="csY0" fmla="*/ 252263 h 252262"/>
                <a:gd name="csX1" fmla="*/ 1 w 7634"/>
                <a:gd name="csY1" fmla="*/ 1 h 252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34" h="252262">
                  <a:moveTo>
                    <a:pt x="1" y="252263"/>
                  </a:moveTo>
                  <a:lnTo>
                    <a:pt x="1" y="1"/>
                  </a:lnTo>
                </a:path>
              </a:pathLst>
            </a:custGeom>
            <a:noFill/>
            <a:ln w="763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8" name="Graphic 4">
              <a:extLst>
                <a:ext uri="{FF2B5EF4-FFF2-40B4-BE49-F238E27FC236}">
                  <a16:creationId xmlns:a16="http://schemas.microsoft.com/office/drawing/2014/main" id="{0F15D47D-4773-8AD0-4395-E4EED6183C9F}"/>
                </a:ext>
              </a:extLst>
            </p:cNvPr>
            <p:cNvGrpSpPr/>
            <p:nvPr/>
          </p:nvGrpSpPr>
          <p:grpSpPr>
            <a:xfrm>
              <a:off x="2485547" y="1912279"/>
              <a:ext cx="763486" cy="252262"/>
              <a:chOff x="2485547" y="1912279"/>
              <a:chExt cx="763486" cy="252262"/>
            </a:xfrm>
          </p:grpSpPr>
          <p:grpSp>
            <p:nvGrpSpPr>
              <p:cNvPr id="229" name="Graphic 4">
                <a:extLst>
                  <a:ext uri="{FF2B5EF4-FFF2-40B4-BE49-F238E27FC236}">
                    <a16:creationId xmlns:a16="http://schemas.microsoft.com/office/drawing/2014/main" id="{A4384995-A024-6CFE-CDD7-5CBF10590FC5}"/>
                  </a:ext>
                </a:extLst>
              </p:cNvPr>
              <p:cNvGrpSpPr/>
              <p:nvPr/>
            </p:nvGrpSpPr>
            <p:grpSpPr>
              <a:xfrm>
                <a:off x="2485547" y="1912279"/>
                <a:ext cx="763486" cy="252262"/>
                <a:chOff x="2485547" y="1912279"/>
                <a:chExt cx="763486" cy="252262"/>
              </a:xfrm>
              <a:solidFill>
                <a:srgbClr val="FFFFFF"/>
              </a:solidFill>
            </p:grpSpPr>
            <p:sp>
              <p:nvSpPr>
                <p:cNvPr id="230" name="Rectangle 229">
                  <a:extLst>
                    <a:ext uri="{FF2B5EF4-FFF2-40B4-BE49-F238E27FC236}">
                      <a16:creationId xmlns:a16="http://schemas.microsoft.com/office/drawing/2014/main" id="{12ABDFBA-9147-7CFF-D735-E89172483753}"/>
                    </a:ext>
                  </a:extLst>
                </p:cNvPr>
                <p:cNvSpPr/>
                <p:nvPr/>
              </p:nvSpPr>
              <p:spPr>
                <a:xfrm>
                  <a:off x="2485547" y="1912279"/>
                  <a:ext cx="763486" cy="252262"/>
                </a:xfrm>
                <a:prstGeom prst="rect">
                  <a:avLst/>
                </a:prstGeom>
                <a:solidFill>
                  <a:srgbClr val="FFFFFF"/>
                </a:solidFill>
                <a:ln w="763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B832C556-11E1-5F19-8554-1907CA32B6B8}"/>
                    </a:ext>
                  </a:extLst>
                </p:cNvPr>
                <p:cNvSpPr/>
                <p:nvPr/>
              </p:nvSpPr>
              <p:spPr>
                <a:xfrm>
                  <a:off x="2523721" y="1943812"/>
                  <a:ext cx="687137" cy="189196"/>
                </a:xfrm>
                <a:prstGeom prst="rect">
                  <a:avLst/>
                </a:prstGeom>
                <a:solidFill>
                  <a:srgbClr val="FFFFFF"/>
                </a:solidFill>
                <a:ln w="763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25EF7206-8372-4007-4E8D-616C6F32F4CA}"/>
                  </a:ext>
                </a:extLst>
              </p:cNvPr>
              <p:cNvSpPr txBox="1"/>
              <p:nvPr/>
            </p:nvSpPr>
            <p:spPr>
              <a:xfrm>
                <a:off x="2556869" y="1898954"/>
                <a:ext cx="620840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Calibration</a:t>
                </a:r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9C4974DB-FEE3-11AA-FEA4-F5ECC000B703}"/>
                  </a:ext>
                </a:extLst>
              </p:cNvPr>
              <p:cNvSpPr txBox="1"/>
              <p:nvPr/>
            </p:nvSpPr>
            <p:spPr>
              <a:xfrm>
                <a:off x="2646005" y="1987246"/>
                <a:ext cx="442569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record</a:t>
                </a:r>
              </a:p>
            </p:txBody>
          </p:sp>
        </p:grpSp>
        <p:grpSp>
          <p:nvGrpSpPr>
            <p:cNvPr id="234" name="Graphic 4">
              <a:extLst>
                <a:ext uri="{FF2B5EF4-FFF2-40B4-BE49-F238E27FC236}">
                  <a16:creationId xmlns:a16="http://schemas.microsoft.com/office/drawing/2014/main" id="{BD5705DB-B5E0-1041-C714-DDF5A6804826}"/>
                </a:ext>
              </a:extLst>
            </p:cNvPr>
            <p:cNvGrpSpPr/>
            <p:nvPr/>
          </p:nvGrpSpPr>
          <p:grpSpPr>
            <a:xfrm>
              <a:off x="3783474" y="1849213"/>
              <a:ext cx="916183" cy="378393"/>
              <a:chOff x="3783474" y="1849213"/>
              <a:chExt cx="916183" cy="378393"/>
            </a:xfrm>
          </p:grpSpPr>
          <p:grpSp>
            <p:nvGrpSpPr>
              <p:cNvPr id="235" name="Graphic 4">
                <a:extLst>
                  <a:ext uri="{FF2B5EF4-FFF2-40B4-BE49-F238E27FC236}">
                    <a16:creationId xmlns:a16="http://schemas.microsoft.com/office/drawing/2014/main" id="{7DAC67CB-77A9-1686-E892-FE3A3B826A9E}"/>
                  </a:ext>
                </a:extLst>
              </p:cNvPr>
              <p:cNvGrpSpPr/>
              <p:nvPr/>
            </p:nvGrpSpPr>
            <p:grpSpPr>
              <a:xfrm>
                <a:off x="3783474" y="1849213"/>
                <a:ext cx="916183" cy="378393"/>
                <a:chOff x="3783474" y="1849213"/>
                <a:chExt cx="916183" cy="378393"/>
              </a:xfrm>
              <a:solidFill>
                <a:srgbClr val="FFFFFF"/>
              </a:solidFill>
            </p:grpSpPr>
            <p:sp>
              <p:nvSpPr>
                <p:cNvPr id="236" name="Freeform: Shape 235">
                  <a:extLst>
                    <a:ext uri="{FF2B5EF4-FFF2-40B4-BE49-F238E27FC236}">
                      <a16:creationId xmlns:a16="http://schemas.microsoft.com/office/drawing/2014/main" id="{9F9CD3A1-1935-C8DF-3EF8-E5EDC9C99262}"/>
                    </a:ext>
                  </a:extLst>
                </p:cNvPr>
                <p:cNvSpPr/>
                <p:nvPr/>
              </p:nvSpPr>
              <p:spPr>
                <a:xfrm>
                  <a:off x="3783474" y="1849213"/>
                  <a:ext cx="916183" cy="378393"/>
                </a:xfrm>
                <a:custGeom>
                  <a:avLst/>
                  <a:gdLst>
                    <a:gd name="csX0" fmla="*/ 458092 w 916183"/>
                    <a:gd name="csY0" fmla="*/ 1 h 378393"/>
                    <a:gd name="csX1" fmla="*/ 916184 w 916183"/>
                    <a:gd name="csY1" fmla="*/ 189197 h 378393"/>
                    <a:gd name="csX2" fmla="*/ 458092 w 916183"/>
                    <a:gd name="csY2" fmla="*/ 378394 h 378393"/>
                    <a:gd name="csX3" fmla="*/ 1 w 916183"/>
                    <a:gd name="csY3" fmla="*/ 189197 h 3783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16183" h="378393">
                      <a:moveTo>
                        <a:pt x="458092" y="1"/>
                      </a:moveTo>
                      <a:lnTo>
                        <a:pt x="916184" y="189197"/>
                      </a:lnTo>
                      <a:lnTo>
                        <a:pt x="458092" y="378394"/>
                      </a:lnTo>
                      <a:lnTo>
                        <a:pt x="1" y="1891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3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Freeform: Shape 236">
                  <a:extLst>
                    <a:ext uri="{FF2B5EF4-FFF2-40B4-BE49-F238E27FC236}">
                      <a16:creationId xmlns:a16="http://schemas.microsoft.com/office/drawing/2014/main" id="{C4817DB6-5102-69B2-75D8-95D801CA10CA}"/>
                    </a:ext>
                  </a:extLst>
                </p:cNvPr>
                <p:cNvSpPr/>
                <p:nvPr/>
              </p:nvSpPr>
              <p:spPr>
                <a:xfrm>
                  <a:off x="3814013" y="1874440"/>
                  <a:ext cx="855104" cy="327941"/>
                </a:xfrm>
                <a:custGeom>
                  <a:avLst/>
                  <a:gdLst>
                    <a:gd name="csX0" fmla="*/ 427553 w 855104"/>
                    <a:gd name="csY0" fmla="*/ 1 h 327941"/>
                    <a:gd name="csX1" fmla="*/ 855105 w 855104"/>
                    <a:gd name="csY1" fmla="*/ 163971 h 327941"/>
                    <a:gd name="csX2" fmla="*/ 427553 w 855104"/>
                    <a:gd name="csY2" fmla="*/ 327942 h 327941"/>
                    <a:gd name="csX3" fmla="*/ 1 w 855104"/>
                    <a:gd name="csY3" fmla="*/ 163971 h 3279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55104" h="327941">
                      <a:moveTo>
                        <a:pt x="427553" y="1"/>
                      </a:moveTo>
                      <a:lnTo>
                        <a:pt x="855105" y="163971"/>
                      </a:lnTo>
                      <a:lnTo>
                        <a:pt x="427553" y="327942"/>
                      </a:lnTo>
                      <a:lnTo>
                        <a:pt x="1" y="1639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3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14CAAC01-970D-7B88-3B85-6252899FD050}"/>
                  </a:ext>
                </a:extLst>
              </p:cNvPr>
              <p:cNvSpPr txBox="1"/>
              <p:nvPr/>
            </p:nvSpPr>
            <p:spPr>
              <a:xfrm>
                <a:off x="3933650" y="1943100"/>
                <a:ext cx="615830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Belongs to</a:t>
                </a:r>
              </a:p>
            </p:txBody>
          </p:sp>
        </p:grpSp>
        <p:grpSp>
          <p:nvGrpSpPr>
            <p:cNvPr id="239" name="Graphic 4">
              <a:extLst>
                <a:ext uri="{FF2B5EF4-FFF2-40B4-BE49-F238E27FC236}">
                  <a16:creationId xmlns:a16="http://schemas.microsoft.com/office/drawing/2014/main" id="{EB799D99-B690-2A44-64DE-DABC7B0AEE60}"/>
                </a:ext>
              </a:extLst>
            </p:cNvPr>
            <p:cNvGrpSpPr/>
            <p:nvPr/>
          </p:nvGrpSpPr>
          <p:grpSpPr>
            <a:xfrm>
              <a:off x="2485547" y="1407754"/>
              <a:ext cx="763486" cy="252262"/>
              <a:chOff x="2485547" y="1407754"/>
              <a:chExt cx="763486" cy="252262"/>
            </a:xfrm>
          </p:grpSpPr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2162EB99-A931-B95F-B13A-66AACC2AF7D1}"/>
                  </a:ext>
                </a:extLst>
              </p:cNvPr>
              <p:cNvSpPr/>
              <p:nvPr/>
            </p:nvSpPr>
            <p:spPr>
              <a:xfrm>
                <a:off x="2485547" y="1407754"/>
                <a:ext cx="763486" cy="252262"/>
              </a:xfrm>
              <a:prstGeom prst="ellipse">
                <a:avLst/>
              </a:prstGeom>
              <a:solidFill>
                <a:srgbClr val="FFFFFF"/>
              </a:solidFill>
              <a:ln w="763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287E4895-31D6-A1FC-3DA9-FB29844A8BCA}"/>
                  </a:ext>
                </a:extLst>
              </p:cNvPr>
              <p:cNvSpPr txBox="1"/>
              <p:nvPr/>
            </p:nvSpPr>
            <p:spPr>
              <a:xfrm>
                <a:off x="2465162" y="1438575"/>
                <a:ext cx="804256" cy="17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u="sng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calibration date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7959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4">
            <a:extLst>
              <a:ext uri="{FF2B5EF4-FFF2-40B4-BE49-F238E27FC236}">
                <a16:creationId xmlns:a16="http://schemas.microsoft.com/office/drawing/2014/main" id="{A9007766-55D1-7FBF-0312-65B62FAF5BA9}"/>
              </a:ext>
            </a:extLst>
          </p:cNvPr>
          <p:cNvGrpSpPr/>
          <p:nvPr/>
        </p:nvGrpSpPr>
        <p:grpSpPr>
          <a:xfrm>
            <a:off x="1107397" y="155476"/>
            <a:ext cx="10507237" cy="9350669"/>
            <a:chOff x="1107397" y="155476"/>
            <a:chExt cx="10507237" cy="935066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D7BC31-7DED-05D8-B0EA-D9AEF7F3191C}"/>
                </a:ext>
              </a:extLst>
            </p:cNvPr>
            <p:cNvSpPr/>
            <p:nvPr/>
          </p:nvSpPr>
          <p:spPr>
            <a:xfrm>
              <a:off x="2454953" y="4340047"/>
              <a:ext cx="1172908" cy="2215360"/>
            </a:xfrm>
            <a:prstGeom prst="rect">
              <a:avLst/>
            </a:prstGeom>
            <a:noFill/>
            <a:ln w="7328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54BB67B-9386-76DD-5024-4BBD79CC6841}"/>
                </a:ext>
              </a:extLst>
            </p:cNvPr>
            <p:cNvSpPr/>
            <p:nvPr/>
          </p:nvSpPr>
          <p:spPr>
            <a:xfrm>
              <a:off x="6780053" y="4893887"/>
              <a:ext cx="7330" cy="1599982"/>
            </a:xfrm>
            <a:custGeom>
              <a:avLst/>
              <a:gdLst>
                <a:gd name="csX0" fmla="*/ 1 w 7330"/>
                <a:gd name="csY0" fmla="*/ 1 h 1599982"/>
                <a:gd name="csX1" fmla="*/ 1 w 7330"/>
                <a:gd name="csY1" fmla="*/ 1599983 h 15999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1599982">
                  <a:moveTo>
                    <a:pt x="1" y="1"/>
                  </a:moveTo>
                  <a:lnTo>
                    <a:pt x="1" y="1599983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478247-3930-61CA-323C-BFCD2FE056D3}"/>
                </a:ext>
              </a:extLst>
            </p:cNvPr>
            <p:cNvSpPr/>
            <p:nvPr/>
          </p:nvSpPr>
          <p:spPr>
            <a:xfrm>
              <a:off x="6780053" y="3478518"/>
              <a:ext cx="7330" cy="1046142"/>
            </a:xfrm>
            <a:custGeom>
              <a:avLst/>
              <a:gdLst>
                <a:gd name="csX0" fmla="*/ 1 w 7330"/>
                <a:gd name="csY0" fmla="*/ 1046143 h 1046142"/>
                <a:gd name="csX1" fmla="*/ 1 w 7330"/>
                <a:gd name="csY1" fmla="*/ 1 h 10461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1046142">
                  <a:moveTo>
                    <a:pt x="1" y="1046143"/>
                  </a:move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DF1001A-2A3C-901A-E0EF-34C9713B7548}"/>
                </a:ext>
              </a:extLst>
            </p:cNvPr>
            <p:cNvSpPr/>
            <p:nvPr/>
          </p:nvSpPr>
          <p:spPr>
            <a:xfrm>
              <a:off x="7219894" y="3232367"/>
              <a:ext cx="733067" cy="1292293"/>
            </a:xfrm>
            <a:custGeom>
              <a:avLst/>
              <a:gdLst>
                <a:gd name="csX0" fmla="*/ 1 w 733067"/>
                <a:gd name="csY0" fmla="*/ 1292294 h 1292293"/>
                <a:gd name="csX1" fmla="*/ 1 w 733067"/>
                <a:gd name="csY1" fmla="*/ 1 h 1292293"/>
                <a:gd name="csX2" fmla="*/ 733068 w 733067"/>
                <a:gd name="csY2" fmla="*/ 1 h 12922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33067" h="1292293">
                  <a:moveTo>
                    <a:pt x="1" y="1292294"/>
                  </a:moveTo>
                  <a:lnTo>
                    <a:pt x="1" y="1"/>
                  </a:lnTo>
                  <a:lnTo>
                    <a:pt x="733068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4C4441-B20B-4960-5724-FC1C301E3DDF}"/>
                </a:ext>
              </a:extLst>
            </p:cNvPr>
            <p:cNvSpPr/>
            <p:nvPr/>
          </p:nvSpPr>
          <p:spPr>
            <a:xfrm>
              <a:off x="7219894" y="4709274"/>
              <a:ext cx="579123" cy="6153"/>
            </a:xfrm>
            <a:custGeom>
              <a:avLst/>
              <a:gdLst>
                <a:gd name="csX0" fmla="*/ 1 w 579123"/>
                <a:gd name="csY0" fmla="*/ 1 h 6153"/>
                <a:gd name="csX1" fmla="*/ 579124 w 579123"/>
                <a:gd name="csY1" fmla="*/ 1 h 6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79123" h="6153">
                  <a:moveTo>
                    <a:pt x="1" y="1"/>
                  </a:moveTo>
                  <a:lnTo>
                    <a:pt x="579124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aphic 4">
              <a:extLst>
                <a:ext uri="{FF2B5EF4-FFF2-40B4-BE49-F238E27FC236}">
                  <a16:creationId xmlns:a16="http://schemas.microsoft.com/office/drawing/2014/main" id="{3568C7A2-9FE5-ADAE-1132-D3B003A41E62}"/>
                </a:ext>
              </a:extLst>
            </p:cNvPr>
            <p:cNvGrpSpPr/>
            <p:nvPr/>
          </p:nvGrpSpPr>
          <p:grpSpPr>
            <a:xfrm>
              <a:off x="6340212" y="4524660"/>
              <a:ext cx="879681" cy="369226"/>
              <a:chOff x="6340212" y="4524660"/>
              <a:chExt cx="879681" cy="36922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572D2CC-C924-C21A-AD49-3F0A8F32DB45}"/>
                  </a:ext>
                </a:extLst>
              </p:cNvPr>
              <p:cNvSpPr/>
              <p:nvPr/>
            </p:nvSpPr>
            <p:spPr>
              <a:xfrm>
                <a:off x="6340212" y="4524660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15E4CC-9F04-197B-3E22-B012AD246D43}"/>
                  </a:ext>
                </a:extLst>
              </p:cNvPr>
              <p:cNvSpPr txBox="1"/>
              <p:nvPr/>
            </p:nvSpPr>
            <p:spPr>
              <a:xfrm>
                <a:off x="6544120" y="4618242"/>
                <a:ext cx="461603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Person</a:t>
                </a:r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0830523-D08C-7BF0-43FF-D1BF6D29C11E}"/>
                </a:ext>
              </a:extLst>
            </p:cNvPr>
            <p:cNvSpPr/>
            <p:nvPr/>
          </p:nvSpPr>
          <p:spPr>
            <a:xfrm>
              <a:off x="6780053" y="6863097"/>
              <a:ext cx="293227" cy="184613"/>
            </a:xfrm>
            <a:custGeom>
              <a:avLst/>
              <a:gdLst>
                <a:gd name="csX0" fmla="*/ 1 w 293227"/>
                <a:gd name="csY0" fmla="*/ 1 h 184613"/>
                <a:gd name="csX1" fmla="*/ 293228 w 293227"/>
                <a:gd name="csY1" fmla="*/ 1 h 184613"/>
                <a:gd name="csX2" fmla="*/ 293228 w 293227"/>
                <a:gd name="csY2" fmla="*/ 184614 h 184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93227" h="184613">
                  <a:moveTo>
                    <a:pt x="1" y="1"/>
                  </a:moveTo>
                  <a:lnTo>
                    <a:pt x="293228" y="1"/>
                  </a:lnTo>
                  <a:lnTo>
                    <a:pt x="293228" y="184614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FD6BE4D-5D24-E2EE-4A8E-729EE4AC6DD6}"/>
                </a:ext>
              </a:extLst>
            </p:cNvPr>
            <p:cNvSpPr/>
            <p:nvPr/>
          </p:nvSpPr>
          <p:spPr>
            <a:xfrm>
              <a:off x="6486826" y="6863097"/>
              <a:ext cx="293227" cy="184613"/>
            </a:xfrm>
            <a:custGeom>
              <a:avLst/>
              <a:gdLst>
                <a:gd name="csX0" fmla="*/ 293228 w 293227"/>
                <a:gd name="csY0" fmla="*/ 1 h 184613"/>
                <a:gd name="csX1" fmla="*/ 1 w 293227"/>
                <a:gd name="csY1" fmla="*/ 1 h 184613"/>
                <a:gd name="csX2" fmla="*/ 1 w 293227"/>
                <a:gd name="csY2" fmla="*/ 184614 h 184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93227" h="184613">
                  <a:moveTo>
                    <a:pt x="293228" y="1"/>
                  </a:moveTo>
                  <a:lnTo>
                    <a:pt x="1" y="1"/>
                  </a:lnTo>
                  <a:lnTo>
                    <a:pt x="1" y="184614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aphic 4">
              <a:extLst>
                <a:ext uri="{FF2B5EF4-FFF2-40B4-BE49-F238E27FC236}">
                  <a16:creationId xmlns:a16="http://schemas.microsoft.com/office/drawing/2014/main" id="{2C16725D-5A8D-6748-BF7C-872D86965E6A}"/>
                </a:ext>
              </a:extLst>
            </p:cNvPr>
            <p:cNvGrpSpPr/>
            <p:nvPr/>
          </p:nvGrpSpPr>
          <p:grpSpPr>
            <a:xfrm>
              <a:off x="6533902" y="6458563"/>
              <a:ext cx="492302" cy="439840"/>
              <a:chOff x="6533902" y="6458563"/>
              <a:chExt cx="492302" cy="439840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0BFA733-E89E-E939-328B-825C21F42AA1}"/>
                  </a:ext>
                </a:extLst>
              </p:cNvPr>
              <p:cNvSpPr/>
              <p:nvPr/>
            </p:nvSpPr>
            <p:spPr>
              <a:xfrm rot="-5400000">
                <a:off x="6560133" y="6432332"/>
                <a:ext cx="439840" cy="492302"/>
              </a:xfrm>
              <a:custGeom>
                <a:avLst/>
                <a:gdLst>
                  <a:gd name="csX0" fmla="*/ 0 w 439840"/>
                  <a:gd name="csY0" fmla="*/ 0 h 492302"/>
                  <a:gd name="csX1" fmla="*/ 439841 w 439840"/>
                  <a:gd name="csY1" fmla="*/ 246152 h 492302"/>
                  <a:gd name="csX2" fmla="*/ 0 w 439840"/>
                  <a:gd name="csY2" fmla="*/ 492303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39840" h="492302">
                    <a:moveTo>
                      <a:pt x="0" y="0"/>
                    </a:moveTo>
                    <a:lnTo>
                      <a:pt x="439841" y="246152"/>
                    </a:lnTo>
                    <a:lnTo>
                      <a:pt x="0" y="492303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102EEE-E719-54D1-FEC3-68ECB626A416}"/>
                  </a:ext>
                </a:extLst>
              </p:cNvPr>
              <p:cNvSpPr txBox="1"/>
              <p:nvPr/>
            </p:nvSpPr>
            <p:spPr>
              <a:xfrm rot="16200000">
                <a:off x="6588397" y="6630771"/>
                <a:ext cx="324668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60F85D5-B00D-50AB-61EE-F16CA7A42472}"/>
                </a:ext>
              </a:extLst>
            </p:cNvPr>
            <p:cNvSpPr/>
            <p:nvPr/>
          </p:nvSpPr>
          <p:spPr>
            <a:xfrm>
              <a:off x="7513121" y="7416937"/>
              <a:ext cx="7330" cy="184613"/>
            </a:xfrm>
            <a:custGeom>
              <a:avLst/>
              <a:gdLst>
                <a:gd name="csX0" fmla="*/ 1 w 7330"/>
                <a:gd name="csY0" fmla="*/ 1 h 184613"/>
                <a:gd name="csX1" fmla="*/ 1 w 7330"/>
                <a:gd name="csY1" fmla="*/ 184614 h 184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184613">
                  <a:moveTo>
                    <a:pt x="1" y="1"/>
                  </a:moveTo>
                  <a:lnTo>
                    <a:pt x="1" y="184614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77D606C-67CE-65A6-934C-2882522F61CE}"/>
                </a:ext>
              </a:extLst>
            </p:cNvPr>
            <p:cNvSpPr/>
            <p:nvPr/>
          </p:nvSpPr>
          <p:spPr>
            <a:xfrm>
              <a:off x="7952961" y="6924635"/>
              <a:ext cx="806374" cy="123075"/>
            </a:xfrm>
            <a:custGeom>
              <a:avLst/>
              <a:gdLst>
                <a:gd name="csX0" fmla="*/ 1 w 806374"/>
                <a:gd name="csY0" fmla="*/ 123076 h 123075"/>
                <a:gd name="csX1" fmla="*/ 1 w 806374"/>
                <a:gd name="csY1" fmla="*/ 1 h 123075"/>
                <a:gd name="csX2" fmla="*/ 806375 w 806374"/>
                <a:gd name="csY2" fmla="*/ 1 h 123075"/>
                <a:gd name="csX3" fmla="*/ 806375 w 806374"/>
                <a:gd name="csY3" fmla="*/ 49231 h 123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06374" h="123075">
                  <a:moveTo>
                    <a:pt x="1" y="123076"/>
                  </a:moveTo>
                  <a:lnTo>
                    <a:pt x="1" y="1"/>
                  </a:lnTo>
                  <a:lnTo>
                    <a:pt x="806375" y="1"/>
                  </a:lnTo>
                  <a:lnTo>
                    <a:pt x="806375" y="4923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C3FF230E-E35A-29E3-95DD-5C34AB2A59BB}"/>
                </a:ext>
              </a:extLst>
            </p:cNvPr>
            <p:cNvGrpSpPr/>
            <p:nvPr/>
          </p:nvGrpSpPr>
          <p:grpSpPr>
            <a:xfrm>
              <a:off x="7952961" y="7416937"/>
              <a:ext cx="839362" cy="184613"/>
              <a:chOff x="7952961" y="7416937"/>
              <a:chExt cx="839362" cy="184613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265AA97-D569-AD21-75D6-61A2F17120A3}"/>
                  </a:ext>
                </a:extLst>
              </p:cNvPr>
              <p:cNvSpPr/>
              <p:nvPr/>
            </p:nvSpPr>
            <p:spPr>
              <a:xfrm>
                <a:off x="7952961" y="7416937"/>
                <a:ext cx="806374" cy="184613"/>
              </a:xfrm>
              <a:custGeom>
                <a:avLst/>
                <a:gdLst>
                  <a:gd name="csX0" fmla="*/ 1 w 806374"/>
                  <a:gd name="csY0" fmla="*/ 1 h 184613"/>
                  <a:gd name="csX1" fmla="*/ 1 w 806374"/>
                  <a:gd name="csY1" fmla="*/ 184614 h 184613"/>
                  <a:gd name="csX2" fmla="*/ 806375 w 806374"/>
                  <a:gd name="csY2" fmla="*/ 184614 h 184613"/>
                  <a:gd name="csX3" fmla="*/ 806375 w 806374"/>
                  <a:gd name="csY3" fmla="*/ 123691 h 1846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06374" h="184613">
                    <a:moveTo>
                      <a:pt x="1" y="1"/>
                    </a:moveTo>
                    <a:lnTo>
                      <a:pt x="1" y="184614"/>
                    </a:lnTo>
                    <a:lnTo>
                      <a:pt x="806375" y="184614"/>
                    </a:lnTo>
                    <a:lnTo>
                      <a:pt x="806375" y="123691"/>
                    </a:lnTo>
                  </a:path>
                </a:pathLst>
              </a:custGeom>
              <a:noFill/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0B0322F-C7F4-EE38-F5DC-438121AE2646}"/>
                  </a:ext>
                </a:extLst>
              </p:cNvPr>
              <p:cNvSpPr/>
              <p:nvPr/>
            </p:nvSpPr>
            <p:spPr>
              <a:xfrm>
                <a:off x="8726348" y="7499090"/>
                <a:ext cx="65976" cy="55384"/>
              </a:xfrm>
              <a:custGeom>
                <a:avLst/>
                <a:gdLst>
                  <a:gd name="csX0" fmla="*/ 32989 w 65976"/>
                  <a:gd name="csY0" fmla="*/ 1 h 55384"/>
                  <a:gd name="csX1" fmla="*/ 65977 w 65976"/>
                  <a:gd name="csY1" fmla="*/ 55385 h 55384"/>
                  <a:gd name="csX2" fmla="*/ 32989 w 65976"/>
                  <a:gd name="csY2" fmla="*/ 41539 h 55384"/>
                  <a:gd name="csX3" fmla="*/ 1 w 65976"/>
                  <a:gd name="csY3" fmla="*/ 55385 h 55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976" h="55384">
                    <a:moveTo>
                      <a:pt x="32989" y="1"/>
                    </a:moveTo>
                    <a:lnTo>
                      <a:pt x="65977" y="55385"/>
                    </a:lnTo>
                    <a:lnTo>
                      <a:pt x="32989" y="41539"/>
                    </a:lnTo>
                    <a:lnTo>
                      <a:pt x="1" y="55385"/>
                    </a:lnTo>
                    <a:close/>
                  </a:path>
                </a:pathLst>
              </a:custGeom>
              <a:solidFill>
                <a:srgbClr val="000000"/>
              </a:solidFill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836EB29-7B72-8ACB-B59D-8AE650E28876}"/>
                </a:ext>
              </a:extLst>
            </p:cNvPr>
            <p:cNvSpPr/>
            <p:nvPr/>
          </p:nvSpPr>
          <p:spPr>
            <a:xfrm>
              <a:off x="7513121" y="5693879"/>
              <a:ext cx="1554103" cy="1353831"/>
            </a:xfrm>
            <a:custGeom>
              <a:avLst/>
              <a:gdLst>
                <a:gd name="csX0" fmla="*/ 1 w 1554103"/>
                <a:gd name="csY0" fmla="*/ 1353832 h 1353831"/>
                <a:gd name="csX1" fmla="*/ 1 w 1554103"/>
                <a:gd name="csY1" fmla="*/ 676916 h 1353831"/>
                <a:gd name="csX2" fmla="*/ 1554104 w 1554103"/>
                <a:gd name="csY2" fmla="*/ 676916 h 1353831"/>
                <a:gd name="csX3" fmla="*/ 1554104 w 1554103"/>
                <a:gd name="csY3" fmla="*/ 1 h 13538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54103" h="1353831">
                  <a:moveTo>
                    <a:pt x="1" y="1353832"/>
                  </a:moveTo>
                  <a:lnTo>
                    <a:pt x="1" y="676916"/>
                  </a:lnTo>
                  <a:lnTo>
                    <a:pt x="1554104" y="676916"/>
                  </a:lnTo>
                  <a:lnTo>
                    <a:pt x="1554104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" name="Graphic 4">
              <a:extLst>
                <a:ext uri="{FF2B5EF4-FFF2-40B4-BE49-F238E27FC236}">
                  <a16:creationId xmlns:a16="http://schemas.microsoft.com/office/drawing/2014/main" id="{FD4EE8D8-8F74-108B-0126-82A3CACBF7F7}"/>
                </a:ext>
              </a:extLst>
            </p:cNvPr>
            <p:cNvGrpSpPr/>
            <p:nvPr/>
          </p:nvGrpSpPr>
          <p:grpSpPr>
            <a:xfrm>
              <a:off x="7073280" y="7047710"/>
              <a:ext cx="879681" cy="369226"/>
              <a:chOff x="7073280" y="7047710"/>
              <a:chExt cx="879681" cy="36922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D212A51-9D44-0647-763C-322E8CF43EE9}"/>
                  </a:ext>
                </a:extLst>
              </p:cNvPr>
              <p:cNvSpPr/>
              <p:nvPr/>
            </p:nvSpPr>
            <p:spPr>
              <a:xfrm>
                <a:off x="7073280" y="7047710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1BF41DF-D123-F4EA-BF06-182DB758713C}"/>
                  </a:ext>
                </a:extLst>
              </p:cNvPr>
              <p:cNvSpPr txBox="1"/>
              <p:nvPr/>
            </p:nvSpPr>
            <p:spPr>
              <a:xfrm>
                <a:off x="7220962" y="7141292"/>
                <a:ext cx="574054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E5ACA64-0148-D878-9A9C-6E4A3D0E3188}"/>
                </a:ext>
              </a:extLst>
            </p:cNvPr>
            <p:cNvSpPr/>
            <p:nvPr/>
          </p:nvSpPr>
          <p:spPr>
            <a:xfrm>
              <a:off x="5313917" y="7232324"/>
              <a:ext cx="293227" cy="6153"/>
            </a:xfrm>
            <a:custGeom>
              <a:avLst/>
              <a:gdLst>
                <a:gd name="csX0" fmla="*/ 293228 w 293227"/>
                <a:gd name="csY0" fmla="*/ 1 h 6153"/>
                <a:gd name="csX1" fmla="*/ 1 w 293227"/>
                <a:gd name="csY1" fmla="*/ 1 h 6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3227" h="6153">
                  <a:moveTo>
                    <a:pt x="293228" y="1"/>
                  </a:move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3D175B7-FF2A-F6F5-13E0-B3EFEFF0D2C3}"/>
                </a:ext>
              </a:extLst>
            </p:cNvPr>
            <p:cNvSpPr/>
            <p:nvPr/>
          </p:nvSpPr>
          <p:spPr>
            <a:xfrm>
              <a:off x="5607145" y="7416937"/>
              <a:ext cx="7330" cy="246151"/>
            </a:xfrm>
            <a:custGeom>
              <a:avLst/>
              <a:gdLst>
                <a:gd name="csX0" fmla="*/ 1 w 7330"/>
                <a:gd name="csY0" fmla="*/ 1 h 246151"/>
                <a:gd name="csX1" fmla="*/ 1 w 7330"/>
                <a:gd name="csY1" fmla="*/ 246152 h 246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246151">
                  <a:moveTo>
                    <a:pt x="1" y="1"/>
                  </a:moveTo>
                  <a:lnTo>
                    <a:pt x="1" y="246152"/>
                  </a:lnTo>
                </a:path>
              </a:pathLst>
            </a:custGeom>
            <a:noFill/>
            <a:ln w="2198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ACF4BCB-1E79-CFD8-7FB6-8B5B0278677A}"/>
                </a:ext>
              </a:extLst>
            </p:cNvPr>
            <p:cNvSpPr/>
            <p:nvPr/>
          </p:nvSpPr>
          <p:spPr>
            <a:xfrm>
              <a:off x="5313917" y="7232324"/>
              <a:ext cx="293227" cy="6153"/>
            </a:xfrm>
            <a:custGeom>
              <a:avLst/>
              <a:gdLst>
                <a:gd name="csX0" fmla="*/ 293228 w 293227"/>
                <a:gd name="csY0" fmla="*/ 1 h 6153"/>
                <a:gd name="csX1" fmla="*/ 1 w 293227"/>
                <a:gd name="csY1" fmla="*/ 1 h 6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3227" h="6153">
                  <a:moveTo>
                    <a:pt x="293228" y="1"/>
                  </a:moveTo>
                  <a:lnTo>
                    <a:pt x="1" y="1"/>
                  </a:lnTo>
                </a:path>
              </a:pathLst>
            </a:custGeom>
            <a:noFill/>
            <a:ln w="2198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" name="Graphic 4">
              <a:extLst>
                <a:ext uri="{FF2B5EF4-FFF2-40B4-BE49-F238E27FC236}">
                  <a16:creationId xmlns:a16="http://schemas.microsoft.com/office/drawing/2014/main" id="{2C8FE625-786F-0C9B-3565-642AE33E4CDC}"/>
                </a:ext>
              </a:extLst>
            </p:cNvPr>
            <p:cNvGrpSpPr/>
            <p:nvPr/>
          </p:nvGrpSpPr>
          <p:grpSpPr>
            <a:xfrm>
              <a:off x="5607144" y="7047710"/>
              <a:ext cx="879681" cy="369226"/>
              <a:chOff x="5607144" y="7047710"/>
              <a:chExt cx="879681" cy="369226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DE10152-C16A-25D5-25E1-9E94E498D207}"/>
                  </a:ext>
                </a:extLst>
              </p:cNvPr>
              <p:cNvSpPr/>
              <p:nvPr/>
            </p:nvSpPr>
            <p:spPr>
              <a:xfrm>
                <a:off x="5607144" y="7047710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A1E6DE-C5C9-EF66-F9DA-1C2ABB490E0E}"/>
                  </a:ext>
                </a:extLst>
              </p:cNvPr>
              <p:cNvSpPr txBox="1"/>
              <p:nvPr/>
            </p:nvSpPr>
            <p:spPr>
              <a:xfrm>
                <a:off x="5798789" y="7141292"/>
                <a:ext cx="486129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Student</a:t>
                </a:r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E9B1C07-BE56-0CD3-A7E9-F8C333CC9CB8}"/>
                </a:ext>
              </a:extLst>
            </p:cNvPr>
            <p:cNvSpPr/>
            <p:nvPr/>
          </p:nvSpPr>
          <p:spPr>
            <a:xfrm>
              <a:off x="7219894" y="7970778"/>
              <a:ext cx="146613" cy="184613"/>
            </a:xfrm>
            <a:custGeom>
              <a:avLst/>
              <a:gdLst>
                <a:gd name="csX0" fmla="*/ 146614 w 146613"/>
                <a:gd name="csY0" fmla="*/ 1 h 184613"/>
                <a:gd name="csX1" fmla="*/ 1 w 146613"/>
                <a:gd name="csY1" fmla="*/ 1 h 184613"/>
                <a:gd name="csX2" fmla="*/ 1 w 146613"/>
                <a:gd name="csY2" fmla="*/ 184614 h 184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6613" h="184613">
                  <a:moveTo>
                    <a:pt x="146614" y="1"/>
                  </a:moveTo>
                  <a:lnTo>
                    <a:pt x="1" y="1"/>
                  </a:lnTo>
                  <a:lnTo>
                    <a:pt x="1" y="184614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7" name="Graphic 4">
              <a:extLst>
                <a:ext uri="{FF2B5EF4-FFF2-40B4-BE49-F238E27FC236}">
                  <a16:creationId xmlns:a16="http://schemas.microsoft.com/office/drawing/2014/main" id="{59E86A52-9A0E-B9F5-69E1-C584E5323777}"/>
                </a:ext>
              </a:extLst>
            </p:cNvPr>
            <p:cNvGrpSpPr/>
            <p:nvPr/>
          </p:nvGrpSpPr>
          <p:grpSpPr>
            <a:xfrm>
              <a:off x="7266969" y="7566244"/>
              <a:ext cx="492302" cy="440769"/>
              <a:chOff x="7266969" y="7566244"/>
              <a:chExt cx="492302" cy="440769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7D93EF82-5248-7302-9CCB-31803419A5B4}"/>
                  </a:ext>
                </a:extLst>
              </p:cNvPr>
              <p:cNvSpPr/>
              <p:nvPr/>
            </p:nvSpPr>
            <p:spPr>
              <a:xfrm rot="-5400000">
                <a:off x="7293200" y="7540013"/>
                <a:ext cx="439840" cy="492302"/>
              </a:xfrm>
              <a:custGeom>
                <a:avLst/>
                <a:gdLst>
                  <a:gd name="csX0" fmla="*/ 0 w 439840"/>
                  <a:gd name="csY0" fmla="*/ 0 h 492302"/>
                  <a:gd name="csX1" fmla="*/ 439841 w 439840"/>
                  <a:gd name="csY1" fmla="*/ 246152 h 492302"/>
                  <a:gd name="csX2" fmla="*/ 0 w 439840"/>
                  <a:gd name="csY2" fmla="*/ 492303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39840" h="492302">
                    <a:moveTo>
                      <a:pt x="0" y="0"/>
                    </a:moveTo>
                    <a:lnTo>
                      <a:pt x="439841" y="246152"/>
                    </a:lnTo>
                    <a:lnTo>
                      <a:pt x="0" y="492303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F6CE4E6-C6E3-57DA-F0F6-87F50B1078FD}"/>
                  </a:ext>
                </a:extLst>
              </p:cNvPr>
              <p:cNvSpPr txBox="1"/>
              <p:nvPr/>
            </p:nvSpPr>
            <p:spPr>
              <a:xfrm rot="16200000">
                <a:off x="7327796" y="7757709"/>
                <a:ext cx="324668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ISA</a:t>
                </a:r>
              </a:p>
            </p:txBody>
          </p:sp>
        </p:grp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A1B04F-106E-FC7A-2EAE-58221D9EEE1A}"/>
                </a:ext>
              </a:extLst>
            </p:cNvPr>
            <p:cNvSpPr/>
            <p:nvPr/>
          </p:nvSpPr>
          <p:spPr>
            <a:xfrm>
              <a:off x="4507543" y="7232324"/>
              <a:ext cx="219920" cy="6153"/>
            </a:xfrm>
            <a:custGeom>
              <a:avLst/>
              <a:gdLst>
                <a:gd name="csX0" fmla="*/ 219921 w 219920"/>
                <a:gd name="csY0" fmla="*/ 1 h 6153"/>
                <a:gd name="csX1" fmla="*/ 1 w 219920"/>
                <a:gd name="csY1" fmla="*/ 1 h 6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9920" h="6153">
                  <a:moveTo>
                    <a:pt x="219921" y="1"/>
                  </a:move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" name="Graphic 4">
              <a:extLst>
                <a:ext uri="{FF2B5EF4-FFF2-40B4-BE49-F238E27FC236}">
                  <a16:creationId xmlns:a16="http://schemas.microsoft.com/office/drawing/2014/main" id="{D1D3D02F-0768-161F-6238-5662D6CDE1F4}"/>
                </a:ext>
              </a:extLst>
            </p:cNvPr>
            <p:cNvGrpSpPr/>
            <p:nvPr/>
          </p:nvGrpSpPr>
          <p:grpSpPr>
            <a:xfrm>
              <a:off x="4727463" y="6986173"/>
              <a:ext cx="586454" cy="492302"/>
              <a:chOff x="4727463" y="6986173"/>
              <a:chExt cx="586454" cy="492302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704E9C36-60A4-999C-3F6E-4C654F22B926}"/>
                  </a:ext>
                </a:extLst>
              </p:cNvPr>
              <p:cNvSpPr/>
              <p:nvPr/>
            </p:nvSpPr>
            <p:spPr>
              <a:xfrm>
                <a:off x="4727463" y="6986173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1EED801-302E-EFC5-A081-85DFBD6176ED}"/>
                  </a:ext>
                </a:extLst>
              </p:cNvPr>
              <p:cNvSpPr txBox="1"/>
              <p:nvPr/>
            </p:nvSpPr>
            <p:spPr>
              <a:xfrm>
                <a:off x="4734981" y="7153767"/>
                <a:ext cx="505630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Enrolled</a:t>
                </a:r>
              </a:p>
            </p:txBody>
          </p:sp>
        </p:grpSp>
        <p:grpSp>
          <p:nvGrpSpPr>
            <p:cNvPr id="44" name="Graphic 4">
              <a:extLst>
                <a:ext uri="{FF2B5EF4-FFF2-40B4-BE49-F238E27FC236}">
                  <a16:creationId xmlns:a16="http://schemas.microsoft.com/office/drawing/2014/main" id="{F86F45C8-A29A-D2AB-4A18-85E82E6CF503}"/>
                </a:ext>
              </a:extLst>
            </p:cNvPr>
            <p:cNvGrpSpPr/>
            <p:nvPr/>
          </p:nvGrpSpPr>
          <p:grpSpPr>
            <a:xfrm>
              <a:off x="3627861" y="7047710"/>
              <a:ext cx="879681" cy="369226"/>
              <a:chOff x="3627861" y="7047710"/>
              <a:chExt cx="879681" cy="369226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1AD886F-9B53-7E4C-6827-0067E2F685DF}"/>
                  </a:ext>
                </a:extLst>
              </p:cNvPr>
              <p:cNvSpPr/>
              <p:nvPr/>
            </p:nvSpPr>
            <p:spPr>
              <a:xfrm>
                <a:off x="3627861" y="7047710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46BCD89-DCE0-3794-F3F1-CD156C7FC020}"/>
                  </a:ext>
                </a:extLst>
              </p:cNvPr>
              <p:cNvSpPr txBox="1"/>
              <p:nvPr/>
            </p:nvSpPr>
            <p:spPr>
              <a:xfrm>
                <a:off x="3597137" y="7141292"/>
                <a:ext cx="930866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Program</a:t>
                </a:r>
              </a:p>
            </p:txBody>
          </p:sp>
        </p:grp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E2E7EE3-3FA5-3B4F-6D49-F3417F8A53C0}"/>
                </a:ext>
              </a:extLst>
            </p:cNvPr>
            <p:cNvSpPr/>
            <p:nvPr/>
          </p:nvSpPr>
          <p:spPr>
            <a:xfrm>
              <a:off x="1428658" y="4955425"/>
              <a:ext cx="4911554" cy="3692268"/>
            </a:xfrm>
            <a:custGeom>
              <a:avLst/>
              <a:gdLst>
                <a:gd name="csX0" fmla="*/ 4911555 w 4911554"/>
                <a:gd name="csY0" fmla="*/ 3569193 h 3692268"/>
                <a:gd name="csX1" fmla="*/ 4911555 w 4911554"/>
                <a:gd name="csY1" fmla="*/ 3692269 h 3692268"/>
                <a:gd name="csX2" fmla="*/ 1 w 4911554"/>
                <a:gd name="csY2" fmla="*/ 3692269 h 3692268"/>
                <a:gd name="csX3" fmla="*/ 1 w 4911554"/>
                <a:gd name="csY3" fmla="*/ 1 h 36922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11554" h="3692268">
                  <a:moveTo>
                    <a:pt x="4911555" y="3569193"/>
                  </a:moveTo>
                  <a:lnTo>
                    <a:pt x="4911555" y="3692269"/>
                  </a:lnTo>
                  <a:lnTo>
                    <a:pt x="1" y="3692269"/>
                  </a:ln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" name="Graphic 4">
              <a:extLst>
                <a:ext uri="{FF2B5EF4-FFF2-40B4-BE49-F238E27FC236}">
                  <a16:creationId xmlns:a16="http://schemas.microsoft.com/office/drawing/2014/main" id="{A580C9CD-EBB9-BC0A-539D-F48DF1FF64C2}"/>
                </a:ext>
              </a:extLst>
            </p:cNvPr>
            <p:cNvGrpSpPr/>
            <p:nvPr/>
          </p:nvGrpSpPr>
          <p:grpSpPr>
            <a:xfrm>
              <a:off x="6340212" y="8155391"/>
              <a:ext cx="879681" cy="369226"/>
              <a:chOff x="6340212" y="8155391"/>
              <a:chExt cx="879681" cy="36922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00BB7E60-8FF6-36FF-6395-350F394D3226}"/>
                  </a:ext>
                </a:extLst>
              </p:cNvPr>
              <p:cNvSpPr/>
              <p:nvPr/>
            </p:nvSpPr>
            <p:spPr>
              <a:xfrm>
                <a:off x="6340212" y="8155391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891B9A0-B620-35D4-B8BB-6BBA3E6C3B0C}"/>
                  </a:ext>
                </a:extLst>
              </p:cNvPr>
              <p:cNvSpPr txBox="1"/>
              <p:nvPr/>
            </p:nvSpPr>
            <p:spPr>
              <a:xfrm>
                <a:off x="6282556" y="8248972"/>
                <a:ext cx="984730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Academic Employee</a:t>
                </a:r>
              </a:p>
            </p:txBody>
          </p:sp>
        </p:grp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6AD48D0-1E55-C8F4-6537-F4D98B85D4D4}"/>
                </a:ext>
              </a:extLst>
            </p:cNvPr>
            <p:cNvSpPr/>
            <p:nvPr/>
          </p:nvSpPr>
          <p:spPr>
            <a:xfrm>
              <a:off x="8686029" y="1078543"/>
              <a:ext cx="2382470" cy="7261460"/>
            </a:xfrm>
            <a:custGeom>
              <a:avLst/>
              <a:gdLst>
                <a:gd name="csX0" fmla="*/ 1 w 2382470"/>
                <a:gd name="csY0" fmla="*/ 7261462 h 7261460"/>
                <a:gd name="csX1" fmla="*/ 2382471 w 2382470"/>
                <a:gd name="csY1" fmla="*/ 7261462 h 7261460"/>
                <a:gd name="csX2" fmla="*/ 2382471 w 2382470"/>
                <a:gd name="csY2" fmla="*/ 1 h 72614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382470" h="7261460">
                  <a:moveTo>
                    <a:pt x="1" y="7261462"/>
                  </a:moveTo>
                  <a:lnTo>
                    <a:pt x="2382471" y="7261462"/>
                  </a:lnTo>
                  <a:lnTo>
                    <a:pt x="238247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2" name="Graphic 4">
              <a:extLst>
                <a:ext uri="{FF2B5EF4-FFF2-40B4-BE49-F238E27FC236}">
                  <a16:creationId xmlns:a16="http://schemas.microsoft.com/office/drawing/2014/main" id="{F264206C-78B2-901D-2447-3503040E2D18}"/>
                </a:ext>
              </a:extLst>
            </p:cNvPr>
            <p:cNvGrpSpPr/>
            <p:nvPr/>
          </p:nvGrpSpPr>
          <p:grpSpPr>
            <a:xfrm>
              <a:off x="3008419" y="7376014"/>
              <a:ext cx="4797928" cy="1825519"/>
              <a:chOff x="3008419" y="7376014"/>
              <a:chExt cx="4797928" cy="1825519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117F692-4551-BEE5-7137-CFDA2506EAA8}"/>
                  </a:ext>
                </a:extLst>
              </p:cNvPr>
              <p:cNvSpPr/>
              <p:nvPr/>
            </p:nvSpPr>
            <p:spPr>
              <a:xfrm>
                <a:off x="3041407" y="7417552"/>
                <a:ext cx="4764940" cy="1783981"/>
              </a:xfrm>
              <a:custGeom>
                <a:avLst/>
                <a:gdLst>
                  <a:gd name="csX0" fmla="*/ 4764941 w 4764940"/>
                  <a:gd name="csY0" fmla="*/ 1107066 h 1783981"/>
                  <a:gd name="csX1" fmla="*/ 4764941 w 4764940"/>
                  <a:gd name="csY1" fmla="*/ 1783982 h 1783981"/>
                  <a:gd name="csX2" fmla="*/ 1 w 4764940"/>
                  <a:gd name="csY2" fmla="*/ 1783982 h 1783981"/>
                  <a:gd name="csX3" fmla="*/ 1 w 4764940"/>
                  <a:gd name="csY3" fmla="*/ 1 h 17839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764940" h="1783981">
                    <a:moveTo>
                      <a:pt x="4764941" y="1107066"/>
                    </a:moveTo>
                    <a:lnTo>
                      <a:pt x="4764941" y="1783982"/>
                    </a:lnTo>
                    <a:lnTo>
                      <a:pt x="1" y="1783982"/>
                    </a:lnTo>
                    <a:lnTo>
                      <a:pt x="1" y="1"/>
                    </a:lnTo>
                  </a:path>
                </a:pathLst>
              </a:custGeom>
              <a:noFill/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B7F2C867-7130-D9A7-70B3-FC44A1421656}"/>
                  </a:ext>
                </a:extLst>
              </p:cNvPr>
              <p:cNvSpPr/>
              <p:nvPr/>
            </p:nvSpPr>
            <p:spPr>
              <a:xfrm>
                <a:off x="3008419" y="7376014"/>
                <a:ext cx="65976" cy="55384"/>
              </a:xfrm>
              <a:custGeom>
                <a:avLst/>
                <a:gdLst>
                  <a:gd name="csX0" fmla="*/ 32989 w 65976"/>
                  <a:gd name="csY0" fmla="*/ 1 h 55384"/>
                  <a:gd name="csX1" fmla="*/ 65977 w 65976"/>
                  <a:gd name="csY1" fmla="*/ 55385 h 55384"/>
                  <a:gd name="csX2" fmla="*/ 32989 w 65976"/>
                  <a:gd name="csY2" fmla="*/ 41539 h 55384"/>
                  <a:gd name="csX3" fmla="*/ 1 w 65976"/>
                  <a:gd name="csY3" fmla="*/ 55385 h 55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976" h="55384">
                    <a:moveTo>
                      <a:pt x="32989" y="1"/>
                    </a:moveTo>
                    <a:lnTo>
                      <a:pt x="65977" y="55385"/>
                    </a:lnTo>
                    <a:lnTo>
                      <a:pt x="32989" y="41539"/>
                    </a:lnTo>
                    <a:lnTo>
                      <a:pt x="1" y="55385"/>
                    </a:lnTo>
                    <a:close/>
                  </a:path>
                </a:pathLst>
              </a:custGeom>
              <a:solidFill>
                <a:srgbClr val="000000"/>
              </a:solidFill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5" name="Graphic 4">
              <a:extLst>
                <a:ext uri="{FF2B5EF4-FFF2-40B4-BE49-F238E27FC236}">
                  <a16:creationId xmlns:a16="http://schemas.microsoft.com/office/drawing/2014/main" id="{2F1E97C8-F3A8-6B11-8D76-638EE115D040}"/>
                </a:ext>
              </a:extLst>
            </p:cNvPr>
            <p:cNvGrpSpPr/>
            <p:nvPr/>
          </p:nvGrpSpPr>
          <p:grpSpPr>
            <a:xfrm>
              <a:off x="7806348" y="8155391"/>
              <a:ext cx="879681" cy="369226"/>
              <a:chOff x="7806348" y="8155391"/>
              <a:chExt cx="879681" cy="369226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CCBEE50-6DC5-13AF-16C9-B6CCFAF9DC29}"/>
                  </a:ext>
                </a:extLst>
              </p:cNvPr>
              <p:cNvSpPr/>
              <p:nvPr/>
            </p:nvSpPr>
            <p:spPr>
              <a:xfrm>
                <a:off x="7806348" y="8155391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C381F7B-C8BE-3F74-8337-F7DE7FF4C656}"/>
                  </a:ext>
                </a:extLst>
              </p:cNvPr>
              <p:cNvSpPr txBox="1"/>
              <p:nvPr/>
            </p:nvSpPr>
            <p:spPr>
              <a:xfrm>
                <a:off x="7861165" y="8205896"/>
                <a:ext cx="759784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Non-Academic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FE9AD0B-298B-D810-0D8A-757563E76B22}"/>
                  </a:ext>
                </a:extLst>
              </p:cNvPr>
              <p:cNvSpPr txBox="1"/>
              <p:nvPr/>
            </p:nvSpPr>
            <p:spPr>
              <a:xfrm>
                <a:off x="7954030" y="8292049"/>
                <a:ext cx="574054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Employee</a:t>
                </a:r>
              </a:p>
            </p:txBody>
          </p:sp>
        </p:grp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A7F5729-1715-183E-CA45-7365C0E68CB7}"/>
                </a:ext>
              </a:extLst>
            </p:cNvPr>
            <p:cNvSpPr/>
            <p:nvPr/>
          </p:nvSpPr>
          <p:spPr>
            <a:xfrm>
              <a:off x="7659734" y="7970778"/>
              <a:ext cx="164206" cy="215997"/>
            </a:xfrm>
            <a:custGeom>
              <a:avLst/>
              <a:gdLst>
                <a:gd name="csX0" fmla="*/ 1 w 164206"/>
                <a:gd name="csY0" fmla="*/ 1 h 215997"/>
                <a:gd name="csX1" fmla="*/ 163695 w 164206"/>
                <a:gd name="csY1" fmla="*/ 1 h 215997"/>
                <a:gd name="csX2" fmla="*/ 164207 w 164206"/>
                <a:gd name="csY2" fmla="*/ 215998 h 215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4206" h="215997">
                  <a:moveTo>
                    <a:pt x="1" y="1"/>
                  </a:moveTo>
                  <a:lnTo>
                    <a:pt x="163695" y="1"/>
                  </a:lnTo>
                  <a:lnTo>
                    <a:pt x="164207" y="215998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0" name="Graphic 4">
              <a:extLst>
                <a:ext uri="{FF2B5EF4-FFF2-40B4-BE49-F238E27FC236}">
                  <a16:creationId xmlns:a16="http://schemas.microsoft.com/office/drawing/2014/main" id="{5165C71D-2D1C-0359-77DD-604BC3FFE5BD}"/>
                </a:ext>
              </a:extLst>
            </p:cNvPr>
            <p:cNvGrpSpPr/>
            <p:nvPr/>
          </p:nvGrpSpPr>
          <p:grpSpPr>
            <a:xfrm>
              <a:off x="8435918" y="6986173"/>
              <a:ext cx="616644" cy="492302"/>
              <a:chOff x="8435918" y="6986173"/>
              <a:chExt cx="616644" cy="492302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88657DA9-9E5D-1B9C-AF2D-95BE512176FB}"/>
                  </a:ext>
                </a:extLst>
              </p:cNvPr>
              <p:cNvSpPr/>
              <p:nvPr/>
            </p:nvSpPr>
            <p:spPr>
              <a:xfrm>
                <a:off x="8466109" y="6986173"/>
                <a:ext cx="586453" cy="492302"/>
              </a:xfrm>
              <a:custGeom>
                <a:avLst/>
                <a:gdLst>
                  <a:gd name="csX0" fmla="*/ 293227 w 586453"/>
                  <a:gd name="csY0" fmla="*/ 1 h 492302"/>
                  <a:gd name="csX1" fmla="*/ 586454 w 586453"/>
                  <a:gd name="csY1" fmla="*/ 246152 h 492302"/>
                  <a:gd name="csX2" fmla="*/ 293227 w 586453"/>
                  <a:gd name="csY2" fmla="*/ 492303 h 492302"/>
                  <a:gd name="csX3" fmla="*/ 1 w 586453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3" h="492302">
                    <a:moveTo>
                      <a:pt x="293227" y="1"/>
                    </a:moveTo>
                    <a:lnTo>
                      <a:pt x="586454" y="246152"/>
                    </a:lnTo>
                    <a:lnTo>
                      <a:pt x="293227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118FE80-46DA-7BE8-476C-4BC22156615D}"/>
                  </a:ext>
                </a:extLst>
              </p:cNvPr>
              <p:cNvSpPr txBox="1"/>
              <p:nvPr/>
            </p:nvSpPr>
            <p:spPr>
              <a:xfrm>
                <a:off x="8435918" y="7145354"/>
                <a:ext cx="606656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Reports To</a:t>
                </a:r>
              </a:p>
            </p:txBody>
          </p:sp>
        </p:grp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19F7B42-9208-7AFC-E055-7B5887B9396A}"/>
                </a:ext>
              </a:extLst>
            </p:cNvPr>
            <p:cNvSpPr/>
            <p:nvPr/>
          </p:nvSpPr>
          <p:spPr>
            <a:xfrm>
              <a:off x="5607145" y="8155391"/>
              <a:ext cx="733067" cy="184613"/>
            </a:xfrm>
            <a:custGeom>
              <a:avLst/>
              <a:gdLst>
                <a:gd name="csX0" fmla="*/ 1 w 733067"/>
                <a:gd name="csY0" fmla="*/ 1 h 184613"/>
                <a:gd name="csX1" fmla="*/ 1 w 733067"/>
                <a:gd name="csY1" fmla="*/ 184614 h 184613"/>
                <a:gd name="csX2" fmla="*/ 733068 w 733067"/>
                <a:gd name="csY2" fmla="*/ 184614 h 184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33067" h="184613">
                  <a:moveTo>
                    <a:pt x="1" y="1"/>
                  </a:moveTo>
                  <a:lnTo>
                    <a:pt x="1" y="184614"/>
                  </a:lnTo>
                  <a:lnTo>
                    <a:pt x="733068" y="184614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4" name="Graphic 4">
              <a:extLst>
                <a:ext uri="{FF2B5EF4-FFF2-40B4-BE49-F238E27FC236}">
                  <a16:creationId xmlns:a16="http://schemas.microsoft.com/office/drawing/2014/main" id="{E7DB20F6-44FB-313E-4D45-3D6EEC819BAE}"/>
                </a:ext>
              </a:extLst>
            </p:cNvPr>
            <p:cNvGrpSpPr/>
            <p:nvPr/>
          </p:nvGrpSpPr>
          <p:grpSpPr>
            <a:xfrm>
              <a:off x="5287791" y="7663088"/>
              <a:ext cx="622978" cy="492302"/>
              <a:chOff x="5287791" y="7663088"/>
              <a:chExt cx="622978" cy="492302"/>
            </a:xfrm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B98F2A5A-C17E-D858-3845-75BC00343F55}"/>
                  </a:ext>
                </a:extLst>
              </p:cNvPr>
              <p:cNvSpPr/>
              <p:nvPr/>
            </p:nvSpPr>
            <p:spPr>
              <a:xfrm>
                <a:off x="5313917" y="7663088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8AEF3F2-044A-C6BA-4ECA-6C735162D973}"/>
                  </a:ext>
                </a:extLst>
              </p:cNvPr>
              <p:cNvSpPr txBox="1"/>
              <p:nvPr/>
            </p:nvSpPr>
            <p:spPr>
              <a:xfrm>
                <a:off x="5287791" y="7796837"/>
                <a:ext cx="622978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Supervised</a:t>
                </a:r>
              </a:p>
            </p:txBody>
          </p:sp>
        </p:grpSp>
        <p:grpSp>
          <p:nvGrpSpPr>
            <p:cNvPr id="67" name="Graphic 4">
              <a:extLst>
                <a:ext uri="{FF2B5EF4-FFF2-40B4-BE49-F238E27FC236}">
                  <a16:creationId xmlns:a16="http://schemas.microsoft.com/office/drawing/2014/main" id="{5605064C-DD4E-2ECD-93EC-304172C0D7C1}"/>
                </a:ext>
              </a:extLst>
            </p:cNvPr>
            <p:cNvGrpSpPr/>
            <p:nvPr/>
          </p:nvGrpSpPr>
          <p:grpSpPr>
            <a:xfrm>
              <a:off x="8095910" y="6675407"/>
              <a:ext cx="586454" cy="184613"/>
              <a:chOff x="8095910" y="6675407"/>
              <a:chExt cx="586454" cy="184613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936D40E-C200-A394-2E1F-A05830F75858}"/>
                  </a:ext>
                </a:extLst>
              </p:cNvPr>
              <p:cNvSpPr/>
              <p:nvPr/>
            </p:nvSpPr>
            <p:spPr>
              <a:xfrm>
                <a:off x="8095910" y="6675407"/>
                <a:ext cx="586454" cy="184613"/>
              </a:xfrm>
              <a:prstGeom prst="rect">
                <a:avLst/>
              </a:prstGeom>
              <a:noFill/>
              <a:ln w="732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599C6CD-CE9C-5D29-A9B9-B1EC3835D4E7}"/>
                  </a:ext>
                </a:extLst>
              </p:cNvPr>
              <p:cNvSpPr txBox="1"/>
              <p:nvPr/>
            </p:nvSpPr>
            <p:spPr>
              <a:xfrm>
                <a:off x="8085996" y="6679758"/>
                <a:ext cx="603348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Supervisor</a:t>
                </a:r>
              </a:p>
            </p:txBody>
          </p:sp>
        </p:grpSp>
        <p:grpSp>
          <p:nvGrpSpPr>
            <p:cNvPr id="70" name="Graphic 4">
              <a:extLst>
                <a:ext uri="{FF2B5EF4-FFF2-40B4-BE49-F238E27FC236}">
                  <a16:creationId xmlns:a16="http://schemas.microsoft.com/office/drawing/2014/main" id="{66519096-5ECC-60F2-1D02-D8485F750D5D}"/>
                </a:ext>
              </a:extLst>
            </p:cNvPr>
            <p:cNvGrpSpPr/>
            <p:nvPr/>
          </p:nvGrpSpPr>
          <p:grpSpPr>
            <a:xfrm>
              <a:off x="8095910" y="7598474"/>
              <a:ext cx="586454" cy="184613"/>
              <a:chOff x="8095910" y="7598474"/>
              <a:chExt cx="586454" cy="184613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E5C3384C-D4D8-E057-6A81-714E4C3E6BB9}"/>
                  </a:ext>
                </a:extLst>
              </p:cNvPr>
              <p:cNvSpPr/>
              <p:nvPr/>
            </p:nvSpPr>
            <p:spPr>
              <a:xfrm>
                <a:off x="8095910" y="7598474"/>
                <a:ext cx="586454" cy="184613"/>
              </a:xfrm>
              <a:prstGeom prst="rect">
                <a:avLst/>
              </a:prstGeom>
              <a:noFill/>
              <a:ln w="732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660A536-D602-B8E9-5697-A7D57972EB62}"/>
                  </a:ext>
                </a:extLst>
              </p:cNvPr>
              <p:cNvSpPr txBox="1"/>
              <p:nvPr/>
            </p:nvSpPr>
            <p:spPr>
              <a:xfrm>
                <a:off x="8076181" y="7602825"/>
                <a:ext cx="622978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Supervisee</a:t>
                </a:r>
              </a:p>
            </p:txBody>
          </p:sp>
        </p:grp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25BF5C9-DC57-EBAB-BE4F-75B2A86AF33F}"/>
                </a:ext>
              </a:extLst>
            </p:cNvPr>
            <p:cNvSpPr/>
            <p:nvPr/>
          </p:nvSpPr>
          <p:spPr>
            <a:xfrm>
              <a:off x="3041407" y="4278509"/>
              <a:ext cx="1392828" cy="246151"/>
            </a:xfrm>
            <a:custGeom>
              <a:avLst/>
              <a:gdLst>
                <a:gd name="csX0" fmla="*/ 1 w 1392828"/>
                <a:gd name="csY0" fmla="*/ 246152 h 246151"/>
                <a:gd name="csX1" fmla="*/ 1 w 1392828"/>
                <a:gd name="csY1" fmla="*/ 123076 h 246151"/>
                <a:gd name="csX2" fmla="*/ 1392829 w 1392828"/>
                <a:gd name="csY2" fmla="*/ 123076 h 246151"/>
                <a:gd name="csX3" fmla="*/ 1392829 w 1392828"/>
                <a:gd name="csY3" fmla="*/ 1 h 246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92828" h="246151">
                  <a:moveTo>
                    <a:pt x="1" y="246152"/>
                  </a:moveTo>
                  <a:lnTo>
                    <a:pt x="1" y="123076"/>
                  </a:lnTo>
                  <a:lnTo>
                    <a:pt x="1392829" y="123076"/>
                  </a:lnTo>
                  <a:lnTo>
                    <a:pt x="1392829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4" name="Graphic 4">
              <a:extLst>
                <a:ext uri="{FF2B5EF4-FFF2-40B4-BE49-F238E27FC236}">
                  <a16:creationId xmlns:a16="http://schemas.microsoft.com/office/drawing/2014/main" id="{D34207B3-D9CE-7FE5-381B-F195F3029909}"/>
                </a:ext>
              </a:extLst>
            </p:cNvPr>
            <p:cNvGrpSpPr/>
            <p:nvPr/>
          </p:nvGrpSpPr>
          <p:grpSpPr>
            <a:xfrm>
              <a:off x="1746443" y="4681582"/>
              <a:ext cx="855123" cy="55384"/>
              <a:chOff x="1746443" y="4681582"/>
              <a:chExt cx="855123" cy="55384"/>
            </a:xfrm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1A5A0670-04BA-B9E9-642B-6B0EFC560AE7}"/>
                  </a:ext>
                </a:extLst>
              </p:cNvPr>
              <p:cNvSpPr/>
              <p:nvPr/>
            </p:nvSpPr>
            <p:spPr>
              <a:xfrm>
                <a:off x="1795925" y="4709274"/>
                <a:ext cx="805641" cy="6153"/>
              </a:xfrm>
              <a:custGeom>
                <a:avLst/>
                <a:gdLst>
                  <a:gd name="csX0" fmla="*/ 805642 w 805641"/>
                  <a:gd name="csY0" fmla="*/ 1 h 6153"/>
                  <a:gd name="csX1" fmla="*/ 1 w 805641"/>
                  <a:gd name="csY1" fmla="*/ 1 h 61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05641" h="6153">
                    <a:moveTo>
                      <a:pt x="805642" y="1"/>
                    </a:moveTo>
                    <a:lnTo>
                      <a:pt x="1" y="1"/>
                    </a:lnTo>
                  </a:path>
                </a:pathLst>
              </a:custGeom>
              <a:noFill/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AB497C3-ED67-BF4D-9265-0C47F4512A19}"/>
                  </a:ext>
                </a:extLst>
              </p:cNvPr>
              <p:cNvSpPr/>
              <p:nvPr/>
            </p:nvSpPr>
            <p:spPr>
              <a:xfrm>
                <a:off x="1746443" y="4681582"/>
                <a:ext cx="65976" cy="55384"/>
              </a:xfrm>
              <a:custGeom>
                <a:avLst/>
                <a:gdLst>
                  <a:gd name="csX0" fmla="*/ 1 w 65976"/>
                  <a:gd name="csY0" fmla="*/ 27693 h 55384"/>
                  <a:gd name="csX1" fmla="*/ 65977 w 65976"/>
                  <a:gd name="csY1" fmla="*/ 1 h 55384"/>
                  <a:gd name="csX2" fmla="*/ 49483 w 65976"/>
                  <a:gd name="csY2" fmla="*/ 27693 h 55384"/>
                  <a:gd name="csX3" fmla="*/ 65977 w 65976"/>
                  <a:gd name="csY3" fmla="*/ 55385 h 55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976" h="55384">
                    <a:moveTo>
                      <a:pt x="1" y="27693"/>
                    </a:moveTo>
                    <a:lnTo>
                      <a:pt x="65977" y="1"/>
                    </a:lnTo>
                    <a:lnTo>
                      <a:pt x="49483" y="27693"/>
                    </a:lnTo>
                    <a:lnTo>
                      <a:pt x="65977" y="55385"/>
                    </a:lnTo>
                    <a:close/>
                  </a:path>
                </a:pathLst>
              </a:custGeom>
              <a:solidFill>
                <a:srgbClr val="000000"/>
              </a:solidFill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D5B2D387-B493-2941-C96C-C79D2A2B8B47}"/>
                </a:ext>
              </a:extLst>
            </p:cNvPr>
            <p:cNvSpPr/>
            <p:nvPr/>
          </p:nvSpPr>
          <p:spPr>
            <a:xfrm>
              <a:off x="3481248" y="4893887"/>
              <a:ext cx="1246215" cy="923067"/>
            </a:xfrm>
            <a:custGeom>
              <a:avLst/>
              <a:gdLst>
                <a:gd name="csX0" fmla="*/ 1 w 1246215"/>
                <a:gd name="csY0" fmla="*/ 1 h 923067"/>
                <a:gd name="csX1" fmla="*/ 1 w 1246215"/>
                <a:gd name="csY1" fmla="*/ 184614 h 923067"/>
                <a:gd name="csX2" fmla="*/ 879682 w 1246215"/>
                <a:gd name="csY2" fmla="*/ 184614 h 923067"/>
                <a:gd name="csX3" fmla="*/ 879682 w 1246215"/>
                <a:gd name="csY3" fmla="*/ 923068 h 923067"/>
                <a:gd name="csX4" fmla="*/ 1246216 w 1246215"/>
                <a:gd name="csY4" fmla="*/ 923068 h 9230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6215" h="923067">
                  <a:moveTo>
                    <a:pt x="1" y="1"/>
                  </a:moveTo>
                  <a:lnTo>
                    <a:pt x="1" y="184614"/>
                  </a:lnTo>
                  <a:lnTo>
                    <a:pt x="879682" y="184614"/>
                  </a:lnTo>
                  <a:lnTo>
                    <a:pt x="879682" y="923068"/>
                  </a:lnTo>
                  <a:lnTo>
                    <a:pt x="1246216" y="923068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8A148D6-3534-C6E1-9DEF-F311A23CF504}"/>
                </a:ext>
              </a:extLst>
            </p:cNvPr>
            <p:cNvSpPr/>
            <p:nvPr/>
          </p:nvSpPr>
          <p:spPr>
            <a:xfrm>
              <a:off x="3041407" y="4893887"/>
              <a:ext cx="7330" cy="430764"/>
            </a:xfrm>
            <a:custGeom>
              <a:avLst/>
              <a:gdLst>
                <a:gd name="csX0" fmla="*/ 1 w 7330"/>
                <a:gd name="csY0" fmla="*/ 1 h 430764"/>
                <a:gd name="csX1" fmla="*/ 1 w 7330"/>
                <a:gd name="csY1" fmla="*/ 430765 h 43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430764">
                  <a:moveTo>
                    <a:pt x="1" y="1"/>
                  </a:moveTo>
                  <a:lnTo>
                    <a:pt x="1" y="430765"/>
                  </a:lnTo>
                </a:path>
              </a:pathLst>
            </a:custGeom>
            <a:noFill/>
            <a:ln w="2198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" name="Graphic 4">
              <a:extLst>
                <a:ext uri="{FF2B5EF4-FFF2-40B4-BE49-F238E27FC236}">
                  <a16:creationId xmlns:a16="http://schemas.microsoft.com/office/drawing/2014/main" id="{AAD6AD16-CEE0-342C-923C-9DE77DA3FE70}"/>
                </a:ext>
              </a:extLst>
            </p:cNvPr>
            <p:cNvGrpSpPr/>
            <p:nvPr/>
          </p:nvGrpSpPr>
          <p:grpSpPr>
            <a:xfrm>
              <a:off x="2601567" y="4524660"/>
              <a:ext cx="879681" cy="369226"/>
              <a:chOff x="2601567" y="4524660"/>
              <a:chExt cx="879681" cy="369226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B43BB520-71A1-88F0-8041-286B7DEDBC8D}"/>
                  </a:ext>
                </a:extLst>
              </p:cNvPr>
              <p:cNvSpPr/>
              <p:nvPr/>
            </p:nvSpPr>
            <p:spPr>
              <a:xfrm>
                <a:off x="2601567" y="4524660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68B5A9F-F75A-CF95-E292-3073CB5C6D70}"/>
                  </a:ext>
                </a:extLst>
              </p:cNvPr>
              <p:cNvSpPr txBox="1"/>
              <p:nvPr/>
            </p:nvSpPr>
            <p:spPr>
              <a:xfrm>
                <a:off x="2734558" y="4618242"/>
                <a:ext cx="603434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Laboratory</a:t>
                </a:r>
              </a:p>
            </p:txBody>
          </p:sp>
        </p:grp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83B1FED-3C38-E076-224F-07C663F90CC1}"/>
                </a:ext>
              </a:extLst>
            </p:cNvPr>
            <p:cNvSpPr/>
            <p:nvPr/>
          </p:nvSpPr>
          <p:spPr>
            <a:xfrm>
              <a:off x="4434236" y="2124686"/>
              <a:ext cx="1905976" cy="1661520"/>
            </a:xfrm>
            <a:custGeom>
              <a:avLst/>
              <a:gdLst>
                <a:gd name="csX0" fmla="*/ 1 w 1905976"/>
                <a:gd name="csY0" fmla="*/ 1661521 h 1661520"/>
                <a:gd name="csX1" fmla="*/ 1 w 1905976"/>
                <a:gd name="csY1" fmla="*/ 676916 h 1661520"/>
                <a:gd name="csX2" fmla="*/ 1905977 w 1905976"/>
                <a:gd name="csY2" fmla="*/ 676916 h 1661520"/>
                <a:gd name="csX3" fmla="*/ 1905977 w 1905976"/>
                <a:gd name="csY3" fmla="*/ 1 h 166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05976" h="1661520">
                  <a:moveTo>
                    <a:pt x="1" y="1661521"/>
                  </a:moveTo>
                  <a:lnTo>
                    <a:pt x="1" y="676916"/>
                  </a:lnTo>
                  <a:lnTo>
                    <a:pt x="1905977" y="676916"/>
                  </a:lnTo>
                  <a:lnTo>
                    <a:pt x="1905977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3" name="Graphic 4">
              <a:extLst>
                <a:ext uri="{FF2B5EF4-FFF2-40B4-BE49-F238E27FC236}">
                  <a16:creationId xmlns:a16="http://schemas.microsoft.com/office/drawing/2014/main" id="{E9E15071-7D13-3BC8-3388-3EA9274FC1F9}"/>
                </a:ext>
              </a:extLst>
            </p:cNvPr>
            <p:cNvGrpSpPr/>
            <p:nvPr/>
          </p:nvGrpSpPr>
          <p:grpSpPr>
            <a:xfrm>
              <a:off x="4141009" y="3786207"/>
              <a:ext cx="586454" cy="492302"/>
              <a:chOff x="4141009" y="3786207"/>
              <a:chExt cx="586454" cy="492302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2785A9C5-D47E-A91C-D6A5-FF584C6617E5}"/>
                  </a:ext>
                </a:extLst>
              </p:cNvPr>
              <p:cNvSpPr/>
              <p:nvPr/>
            </p:nvSpPr>
            <p:spPr>
              <a:xfrm>
                <a:off x="4141009" y="3786207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1794581-C94A-428B-D696-3174C296D4A2}"/>
                  </a:ext>
                </a:extLst>
              </p:cNvPr>
              <p:cNvSpPr txBox="1"/>
              <p:nvPr/>
            </p:nvSpPr>
            <p:spPr>
              <a:xfrm>
                <a:off x="4252357" y="3950725"/>
                <a:ext cx="363755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Host</a:t>
                </a:r>
              </a:p>
            </p:txBody>
          </p:sp>
        </p:grpSp>
        <p:grpSp>
          <p:nvGrpSpPr>
            <p:cNvPr id="86" name="Graphic 4">
              <a:extLst>
                <a:ext uri="{FF2B5EF4-FFF2-40B4-BE49-F238E27FC236}">
                  <a16:creationId xmlns:a16="http://schemas.microsoft.com/office/drawing/2014/main" id="{67BE768F-E919-FDEA-D18D-F4EBA253B84C}"/>
                </a:ext>
              </a:extLst>
            </p:cNvPr>
            <p:cNvGrpSpPr/>
            <p:nvPr/>
          </p:nvGrpSpPr>
          <p:grpSpPr>
            <a:xfrm>
              <a:off x="7219894" y="1912381"/>
              <a:ext cx="708509" cy="55384"/>
              <a:chOff x="7219894" y="1912381"/>
              <a:chExt cx="708509" cy="55384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DC041E97-B6C1-3E75-0D97-0746DDDBD9D9}"/>
                  </a:ext>
                </a:extLst>
              </p:cNvPr>
              <p:cNvSpPr/>
              <p:nvPr/>
            </p:nvSpPr>
            <p:spPr>
              <a:xfrm>
                <a:off x="7219894" y="1940073"/>
                <a:ext cx="659027" cy="6153"/>
              </a:xfrm>
              <a:custGeom>
                <a:avLst/>
                <a:gdLst>
                  <a:gd name="csX0" fmla="*/ 1 w 659027"/>
                  <a:gd name="csY0" fmla="*/ 1 h 6153"/>
                  <a:gd name="csX1" fmla="*/ 659028 w 659027"/>
                  <a:gd name="csY1" fmla="*/ 1 h 61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027" h="6153">
                    <a:moveTo>
                      <a:pt x="1" y="1"/>
                    </a:moveTo>
                    <a:lnTo>
                      <a:pt x="659028" y="1"/>
                    </a:lnTo>
                  </a:path>
                </a:pathLst>
              </a:custGeom>
              <a:noFill/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49E58C5B-BE14-A452-EF64-F3A4F60D1D5E}"/>
                  </a:ext>
                </a:extLst>
              </p:cNvPr>
              <p:cNvSpPr/>
              <p:nvPr/>
            </p:nvSpPr>
            <p:spPr>
              <a:xfrm>
                <a:off x="7862427" y="1912381"/>
                <a:ext cx="65976" cy="55384"/>
              </a:xfrm>
              <a:custGeom>
                <a:avLst/>
                <a:gdLst>
                  <a:gd name="csX0" fmla="*/ 65977 w 65976"/>
                  <a:gd name="csY0" fmla="*/ 27693 h 55384"/>
                  <a:gd name="csX1" fmla="*/ 1 w 65976"/>
                  <a:gd name="csY1" fmla="*/ 55385 h 55384"/>
                  <a:gd name="csX2" fmla="*/ 16495 w 65976"/>
                  <a:gd name="csY2" fmla="*/ 27693 h 55384"/>
                  <a:gd name="csX3" fmla="*/ 1 w 65976"/>
                  <a:gd name="csY3" fmla="*/ 1 h 55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976" h="55384">
                    <a:moveTo>
                      <a:pt x="65977" y="27693"/>
                    </a:moveTo>
                    <a:lnTo>
                      <a:pt x="1" y="55385"/>
                    </a:lnTo>
                    <a:lnTo>
                      <a:pt x="16495" y="2769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9" name="Graphic 4">
              <a:extLst>
                <a:ext uri="{FF2B5EF4-FFF2-40B4-BE49-F238E27FC236}">
                  <a16:creationId xmlns:a16="http://schemas.microsoft.com/office/drawing/2014/main" id="{B5EDF1FB-DC08-D82B-8D45-767976DF5E8E}"/>
                </a:ext>
              </a:extLst>
            </p:cNvPr>
            <p:cNvGrpSpPr/>
            <p:nvPr/>
          </p:nvGrpSpPr>
          <p:grpSpPr>
            <a:xfrm>
              <a:off x="6754396" y="2124686"/>
              <a:ext cx="51314" cy="854637"/>
              <a:chOff x="6754396" y="2124686"/>
              <a:chExt cx="51314" cy="854637"/>
            </a:xfrm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011B0C10-4DBF-3234-3581-01EF7B3EEFC5}"/>
                  </a:ext>
                </a:extLst>
              </p:cNvPr>
              <p:cNvSpPr/>
              <p:nvPr/>
            </p:nvSpPr>
            <p:spPr>
              <a:xfrm>
                <a:off x="6780053" y="2124686"/>
                <a:ext cx="7330" cy="822329"/>
              </a:xfrm>
              <a:custGeom>
                <a:avLst/>
                <a:gdLst>
                  <a:gd name="csX0" fmla="*/ 1 w 7330"/>
                  <a:gd name="csY0" fmla="*/ 1 h 822329"/>
                  <a:gd name="csX1" fmla="*/ 1 w 7330"/>
                  <a:gd name="csY1" fmla="*/ 822330 h 8223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330" h="822329">
                    <a:moveTo>
                      <a:pt x="1" y="1"/>
                    </a:moveTo>
                    <a:lnTo>
                      <a:pt x="1" y="822330"/>
                    </a:lnTo>
                  </a:path>
                </a:pathLst>
              </a:custGeom>
              <a:noFill/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E56CEE1D-C398-DB11-D119-176EE84A3CDD}"/>
                  </a:ext>
                </a:extLst>
              </p:cNvPr>
              <p:cNvSpPr/>
              <p:nvPr/>
            </p:nvSpPr>
            <p:spPr>
              <a:xfrm>
                <a:off x="6754396" y="2936247"/>
                <a:ext cx="51314" cy="43076"/>
              </a:xfrm>
              <a:custGeom>
                <a:avLst/>
                <a:gdLst>
                  <a:gd name="csX0" fmla="*/ 25658 w 51314"/>
                  <a:gd name="csY0" fmla="*/ 43077 h 43076"/>
                  <a:gd name="csX1" fmla="*/ 1 w 51314"/>
                  <a:gd name="csY1" fmla="*/ 1 h 43076"/>
                  <a:gd name="csX2" fmla="*/ 25658 w 51314"/>
                  <a:gd name="csY2" fmla="*/ 10770 h 43076"/>
                  <a:gd name="csX3" fmla="*/ 51315 w 51314"/>
                  <a:gd name="csY3" fmla="*/ 1 h 430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314" h="43076">
                    <a:moveTo>
                      <a:pt x="25658" y="43077"/>
                    </a:moveTo>
                    <a:lnTo>
                      <a:pt x="1" y="1"/>
                    </a:lnTo>
                    <a:lnTo>
                      <a:pt x="25658" y="10770"/>
                    </a:lnTo>
                    <a:lnTo>
                      <a:pt x="51315" y="1"/>
                    </a:lnTo>
                    <a:close/>
                  </a:path>
                </a:pathLst>
              </a:custGeom>
              <a:solidFill>
                <a:srgbClr val="000000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B3563D6-8C16-F56D-6F46-2FD65B47AFA9}"/>
                </a:ext>
              </a:extLst>
            </p:cNvPr>
            <p:cNvSpPr/>
            <p:nvPr/>
          </p:nvSpPr>
          <p:spPr>
            <a:xfrm>
              <a:off x="6780053" y="1570846"/>
              <a:ext cx="7330" cy="184613"/>
            </a:xfrm>
            <a:custGeom>
              <a:avLst/>
              <a:gdLst>
                <a:gd name="csX0" fmla="*/ 1 w 7330"/>
                <a:gd name="csY0" fmla="*/ 184614 h 184613"/>
                <a:gd name="csX1" fmla="*/ 1 w 7330"/>
                <a:gd name="csY1" fmla="*/ 1 h 184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184613">
                  <a:moveTo>
                    <a:pt x="1" y="184614"/>
                  </a:move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3" name="Graphic 4">
              <a:extLst>
                <a:ext uri="{FF2B5EF4-FFF2-40B4-BE49-F238E27FC236}">
                  <a16:creationId xmlns:a16="http://schemas.microsoft.com/office/drawing/2014/main" id="{DE292AFC-E6FA-A86D-8648-513A684EC5B9}"/>
                </a:ext>
              </a:extLst>
            </p:cNvPr>
            <p:cNvGrpSpPr/>
            <p:nvPr/>
          </p:nvGrpSpPr>
          <p:grpSpPr>
            <a:xfrm>
              <a:off x="5688662" y="1918534"/>
              <a:ext cx="651550" cy="43076"/>
              <a:chOff x="5688662" y="1918534"/>
              <a:chExt cx="651550" cy="43076"/>
            </a:xfrm>
          </p:grpSpPr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80036CEA-DE97-0A78-BB60-75AE3F1EB37E}"/>
                  </a:ext>
                </a:extLst>
              </p:cNvPr>
              <p:cNvSpPr/>
              <p:nvPr/>
            </p:nvSpPr>
            <p:spPr>
              <a:xfrm>
                <a:off x="5727148" y="1940073"/>
                <a:ext cx="613064" cy="6153"/>
              </a:xfrm>
              <a:custGeom>
                <a:avLst/>
                <a:gdLst>
                  <a:gd name="csX0" fmla="*/ 613065 w 613064"/>
                  <a:gd name="csY0" fmla="*/ 1 h 6153"/>
                  <a:gd name="csX1" fmla="*/ 1 w 613064"/>
                  <a:gd name="csY1" fmla="*/ 1 h 61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13064" h="6153">
                    <a:moveTo>
                      <a:pt x="613065" y="1"/>
                    </a:moveTo>
                    <a:lnTo>
                      <a:pt x="1" y="1"/>
                    </a:lnTo>
                  </a:path>
                </a:pathLst>
              </a:custGeom>
              <a:noFill/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D6C08EBE-14A6-1CCB-E78E-AF3EE1BC5425}"/>
                  </a:ext>
                </a:extLst>
              </p:cNvPr>
              <p:cNvSpPr/>
              <p:nvPr/>
            </p:nvSpPr>
            <p:spPr>
              <a:xfrm>
                <a:off x="5688662" y="1918534"/>
                <a:ext cx="51314" cy="43076"/>
              </a:xfrm>
              <a:custGeom>
                <a:avLst/>
                <a:gdLst>
                  <a:gd name="csX0" fmla="*/ 1 w 51314"/>
                  <a:gd name="csY0" fmla="*/ 21539 h 43076"/>
                  <a:gd name="csX1" fmla="*/ 51315 w 51314"/>
                  <a:gd name="csY1" fmla="*/ 1 h 43076"/>
                  <a:gd name="csX2" fmla="*/ 38487 w 51314"/>
                  <a:gd name="csY2" fmla="*/ 21539 h 43076"/>
                  <a:gd name="csX3" fmla="*/ 51315 w 51314"/>
                  <a:gd name="csY3" fmla="*/ 43077 h 430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314" h="43076">
                    <a:moveTo>
                      <a:pt x="1" y="21539"/>
                    </a:moveTo>
                    <a:lnTo>
                      <a:pt x="51315" y="1"/>
                    </a:lnTo>
                    <a:lnTo>
                      <a:pt x="38487" y="21539"/>
                    </a:lnTo>
                    <a:lnTo>
                      <a:pt x="51315" y="43077"/>
                    </a:lnTo>
                    <a:close/>
                  </a:path>
                </a:pathLst>
              </a:custGeom>
              <a:solidFill>
                <a:srgbClr val="000000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" name="Graphic 4">
              <a:extLst>
                <a:ext uri="{FF2B5EF4-FFF2-40B4-BE49-F238E27FC236}">
                  <a16:creationId xmlns:a16="http://schemas.microsoft.com/office/drawing/2014/main" id="{5F932E46-71EE-2435-31D4-EE07036C3D56}"/>
                </a:ext>
              </a:extLst>
            </p:cNvPr>
            <p:cNvGrpSpPr/>
            <p:nvPr/>
          </p:nvGrpSpPr>
          <p:grpSpPr>
            <a:xfrm>
              <a:off x="6340212" y="1755459"/>
              <a:ext cx="879681" cy="369226"/>
              <a:chOff x="6340212" y="1755459"/>
              <a:chExt cx="879681" cy="369226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D7C761DF-3EE2-88E2-8C39-F01611F221A8}"/>
                  </a:ext>
                </a:extLst>
              </p:cNvPr>
              <p:cNvSpPr/>
              <p:nvPr/>
            </p:nvSpPr>
            <p:spPr>
              <a:xfrm>
                <a:off x="6340212" y="1755459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DE87156-3506-883E-996D-177A7C4AA5C0}"/>
                  </a:ext>
                </a:extLst>
              </p:cNvPr>
              <p:cNvSpPr txBox="1"/>
              <p:nvPr/>
            </p:nvSpPr>
            <p:spPr>
              <a:xfrm>
                <a:off x="6368076" y="1849041"/>
                <a:ext cx="813690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units</a:t>
                </a:r>
              </a:p>
            </p:txBody>
          </p:sp>
        </p:grp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BDA2C54-BDA3-C5A1-B90F-60E341AA3399}"/>
                </a:ext>
              </a:extLst>
            </p:cNvPr>
            <p:cNvSpPr/>
            <p:nvPr/>
          </p:nvSpPr>
          <p:spPr>
            <a:xfrm>
              <a:off x="5900372" y="4709274"/>
              <a:ext cx="439840" cy="6153"/>
            </a:xfrm>
            <a:custGeom>
              <a:avLst/>
              <a:gdLst>
                <a:gd name="csX0" fmla="*/ 1 w 439840"/>
                <a:gd name="csY0" fmla="*/ 1 h 6153"/>
                <a:gd name="csX1" fmla="*/ 439841 w 439840"/>
                <a:gd name="csY1" fmla="*/ 1 h 6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9840" h="6153">
                  <a:moveTo>
                    <a:pt x="1" y="1"/>
                  </a:moveTo>
                  <a:lnTo>
                    <a:pt x="43984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F543666-CE06-2999-DEE0-BCCDF5CA3502}"/>
                </a:ext>
              </a:extLst>
            </p:cNvPr>
            <p:cNvSpPr/>
            <p:nvPr/>
          </p:nvSpPr>
          <p:spPr>
            <a:xfrm>
              <a:off x="3481248" y="4709274"/>
              <a:ext cx="1832669" cy="6153"/>
            </a:xfrm>
            <a:custGeom>
              <a:avLst/>
              <a:gdLst>
                <a:gd name="csX0" fmla="*/ 1832670 w 1832669"/>
                <a:gd name="csY0" fmla="*/ 1 h 6153"/>
                <a:gd name="csX1" fmla="*/ 1 w 1832669"/>
                <a:gd name="csY1" fmla="*/ 1 h 6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32669" h="6153">
                  <a:moveTo>
                    <a:pt x="1832670" y="1"/>
                  </a:moveTo>
                  <a:lnTo>
                    <a:pt x="1" y="1"/>
                  </a:lnTo>
                </a:path>
              </a:pathLst>
            </a:custGeom>
            <a:noFill/>
            <a:ln w="2198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1" name="Graphic 4">
              <a:extLst>
                <a:ext uri="{FF2B5EF4-FFF2-40B4-BE49-F238E27FC236}">
                  <a16:creationId xmlns:a16="http://schemas.microsoft.com/office/drawing/2014/main" id="{0F2D81D5-CFF8-675A-1AB4-8E40D754C9E8}"/>
                </a:ext>
              </a:extLst>
            </p:cNvPr>
            <p:cNvGrpSpPr/>
            <p:nvPr/>
          </p:nvGrpSpPr>
          <p:grpSpPr>
            <a:xfrm>
              <a:off x="5313917" y="4463123"/>
              <a:ext cx="586454" cy="492302"/>
              <a:chOff x="5313917" y="4463123"/>
              <a:chExt cx="586454" cy="492302"/>
            </a:xfrm>
          </p:grpSpPr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C325176C-9B1A-5871-8858-3DB96A64BBFA}"/>
                  </a:ext>
                </a:extLst>
              </p:cNvPr>
              <p:cNvSpPr/>
              <p:nvPr/>
            </p:nvSpPr>
            <p:spPr>
              <a:xfrm>
                <a:off x="5313917" y="4463123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67B1A04A-4E59-E9D8-CCDC-0136837DA179}"/>
                  </a:ext>
                </a:extLst>
              </p:cNvPr>
              <p:cNvSpPr txBox="1"/>
              <p:nvPr/>
            </p:nvSpPr>
            <p:spPr>
              <a:xfrm>
                <a:off x="5372562" y="4574464"/>
                <a:ext cx="432266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Attach</a:t>
                </a:r>
              </a:p>
            </p:txBody>
          </p:sp>
        </p:grpSp>
        <p:grpSp>
          <p:nvGrpSpPr>
            <p:cNvPr id="104" name="Graphic 4">
              <a:extLst>
                <a:ext uri="{FF2B5EF4-FFF2-40B4-BE49-F238E27FC236}">
                  <a16:creationId xmlns:a16="http://schemas.microsoft.com/office/drawing/2014/main" id="{FE91F05D-2640-ECDA-6F71-7090F8D7558D}"/>
                </a:ext>
              </a:extLst>
            </p:cNvPr>
            <p:cNvGrpSpPr/>
            <p:nvPr/>
          </p:nvGrpSpPr>
          <p:grpSpPr>
            <a:xfrm>
              <a:off x="1107397" y="4463123"/>
              <a:ext cx="642522" cy="492302"/>
              <a:chOff x="1107397" y="4463123"/>
              <a:chExt cx="642522" cy="492302"/>
            </a:xfrm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C2F1A7C3-5FF7-F20D-A1B4-F609CBD056CD}"/>
                  </a:ext>
                </a:extLst>
              </p:cNvPr>
              <p:cNvSpPr/>
              <p:nvPr/>
            </p:nvSpPr>
            <p:spPr>
              <a:xfrm>
                <a:off x="1135431" y="4463123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0CAB2CCB-0DFF-37F1-90EA-814607247354}"/>
                  </a:ext>
                </a:extLst>
              </p:cNvPr>
              <p:cNvSpPr txBox="1"/>
              <p:nvPr/>
            </p:nvSpPr>
            <p:spPr>
              <a:xfrm>
                <a:off x="1238290" y="4535447"/>
                <a:ext cx="329651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Lab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181C0BB-99FE-3D21-25A2-DB20B2CD3AAE}"/>
                  </a:ext>
                </a:extLst>
              </p:cNvPr>
              <p:cNvSpPr txBox="1"/>
              <p:nvPr/>
            </p:nvSpPr>
            <p:spPr>
              <a:xfrm>
                <a:off x="1107397" y="4645775"/>
                <a:ext cx="642522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Supervision</a:t>
                </a:r>
              </a:p>
            </p:txBody>
          </p:sp>
        </p:grpSp>
        <p:grpSp>
          <p:nvGrpSpPr>
            <p:cNvPr id="108" name="Graphic 4">
              <a:extLst>
                <a:ext uri="{FF2B5EF4-FFF2-40B4-BE49-F238E27FC236}">
                  <a16:creationId xmlns:a16="http://schemas.microsoft.com/office/drawing/2014/main" id="{C4BC9BC6-C6AB-DEEE-DA57-D79D79054E82}"/>
                </a:ext>
              </a:extLst>
            </p:cNvPr>
            <p:cNvGrpSpPr/>
            <p:nvPr/>
          </p:nvGrpSpPr>
          <p:grpSpPr>
            <a:xfrm>
              <a:off x="10005551" y="4709274"/>
              <a:ext cx="879681" cy="369226"/>
              <a:chOff x="10005551" y="4709274"/>
              <a:chExt cx="879681" cy="369226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47A4057B-A0F9-C495-ED6E-C0AD83E86276}"/>
                  </a:ext>
                </a:extLst>
              </p:cNvPr>
              <p:cNvSpPr/>
              <p:nvPr/>
            </p:nvSpPr>
            <p:spPr>
              <a:xfrm>
                <a:off x="10005551" y="4709274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145FB03D-B789-957D-4D66-837B0E1AF97B}"/>
                  </a:ext>
                </a:extLst>
              </p:cNvPr>
              <p:cNvSpPr txBox="1"/>
              <p:nvPr/>
            </p:nvSpPr>
            <p:spPr>
              <a:xfrm>
                <a:off x="10011466" y="4802855"/>
                <a:ext cx="857588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Research Project</a:t>
                </a:r>
              </a:p>
            </p:txBody>
          </p:sp>
        </p:grp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15C9E46-1A09-5456-1128-9FE6F90D50E1}"/>
                </a:ext>
              </a:extLst>
            </p:cNvPr>
            <p:cNvSpPr/>
            <p:nvPr/>
          </p:nvSpPr>
          <p:spPr>
            <a:xfrm>
              <a:off x="8246189" y="3909282"/>
              <a:ext cx="513147" cy="6153"/>
            </a:xfrm>
            <a:custGeom>
              <a:avLst/>
              <a:gdLst>
                <a:gd name="csX0" fmla="*/ 1 w 513147"/>
                <a:gd name="csY0" fmla="*/ 1 h 6153"/>
                <a:gd name="csX1" fmla="*/ 366534 w 513147"/>
                <a:gd name="csY1" fmla="*/ 1 h 6153"/>
                <a:gd name="csX2" fmla="*/ 513148 w 513147"/>
                <a:gd name="csY2" fmla="*/ 1 h 6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3147" h="6153">
                  <a:moveTo>
                    <a:pt x="1" y="1"/>
                  </a:moveTo>
                  <a:lnTo>
                    <a:pt x="366534" y="1"/>
                  </a:lnTo>
                  <a:lnTo>
                    <a:pt x="513148" y="1"/>
                  </a:lnTo>
                </a:path>
              </a:pathLst>
            </a:custGeom>
            <a:noFill/>
            <a:ln w="2198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06FCBB5-83E5-193E-FC2E-213043A0E193}"/>
                </a:ext>
              </a:extLst>
            </p:cNvPr>
            <p:cNvSpPr/>
            <p:nvPr/>
          </p:nvSpPr>
          <p:spPr>
            <a:xfrm>
              <a:off x="7219894" y="3909282"/>
              <a:ext cx="439840" cy="615378"/>
            </a:xfrm>
            <a:custGeom>
              <a:avLst/>
              <a:gdLst>
                <a:gd name="csX0" fmla="*/ 439841 w 439840"/>
                <a:gd name="csY0" fmla="*/ 1 h 615378"/>
                <a:gd name="csX1" fmla="*/ 439841 w 439840"/>
                <a:gd name="csY1" fmla="*/ 615379 h 615378"/>
                <a:gd name="csX2" fmla="*/ 1 w 439840"/>
                <a:gd name="csY2" fmla="*/ 615379 h 6153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9840" h="615378">
                  <a:moveTo>
                    <a:pt x="439841" y="1"/>
                  </a:moveTo>
                  <a:lnTo>
                    <a:pt x="439841" y="615379"/>
                  </a:lnTo>
                  <a:lnTo>
                    <a:pt x="1" y="615379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" name="Graphic 4">
              <a:extLst>
                <a:ext uri="{FF2B5EF4-FFF2-40B4-BE49-F238E27FC236}">
                  <a16:creationId xmlns:a16="http://schemas.microsoft.com/office/drawing/2014/main" id="{30A5991B-8286-1F6D-6AD6-750872B83580}"/>
                </a:ext>
              </a:extLst>
            </p:cNvPr>
            <p:cNvGrpSpPr/>
            <p:nvPr/>
          </p:nvGrpSpPr>
          <p:grpSpPr>
            <a:xfrm>
              <a:off x="7590245" y="3663131"/>
              <a:ext cx="681652" cy="492302"/>
              <a:chOff x="7590245" y="3663131"/>
              <a:chExt cx="681652" cy="492302"/>
            </a:xfrm>
          </p:grpSpPr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AC471FC4-74B2-58F3-B471-A31896EB4150}"/>
                  </a:ext>
                </a:extLst>
              </p:cNvPr>
              <p:cNvSpPr/>
              <p:nvPr/>
            </p:nvSpPr>
            <p:spPr>
              <a:xfrm>
                <a:off x="7659734" y="3663131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66EEC41-D784-1D4C-EDD4-676ECCE9A607}"/>
                  </a:ext>
                </a:extLst>
              </p:cNvPr>
              <p:cNvSpPr txBox="1"/>
              <p:nvPr/>
            </p:nvSpPr>
            <p:spPr>
              <a:xfrm>
                <a:off x="7590245" y="3766111"/>
                <a:ext cx="681652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is_contribute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AB7535A-ACBF-84BA-74CB-FAE75D89AB15}"/>
                </a:ext>
              </a:extLst>
            </p:cNvPr>
            <p:cNvSpPr/>
            <p:nvPr/>
          </p:nvSpPr>
          <p:spPr>
            <a:xfrm>
              <a:off x="9639017" y="3724669"/>
              <a:ext cx="513147" cy="61537"/>
            </a:xfrm>
            <a:custGeom>
              <a:avLst/>
              <a:gdLst>
                <a:gd name="csX0" fmla="*/ 1 w 513147"/>
                <a:gd name="csY0" fmla="*/ 1 h 61537"/>
                <a:gd name="csX1" fmla="*/ 1 w 513147"/>
                <a:gd name="csY1" fmla="*/ 61538 h 61537"/>
                <a:gd name="csX2" fmla="*/ 513148 w 513147"/>
                <a:gd name="csY2" fmla="*/ 61538 h 615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3147" h="61537">
                  <a:moveTo>
                    <a:pt x="1" y="1"/>
                  </a:moveTo>
                  <a:lnTo>
                    <a:pt x="1" y="61538"/>
                  </a:lnTo>
                  <a:lnTo>
                    <a:pt x="513148" y="61538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" name="Graphic 4">
              <a:extLst>
                <a:ext uri="{FF2B5EF4-FFF2-40B4-BE49-F238E27FC236}">
                  <a16:creationId xmlns:a16="http://schemas.microsoft.com/office/drawing/2014/main" id="{F76003DC-A112-3F2B-6DF9-A4918D56C58A}"/>
                </a:ext>
              </a:extLst>
            </p:cNvPr>
            <p:cNvGrpSpPr/>
            <p:nvPr/>
          </p:nvGrpSpPr>
          <p:grpSpPr>
            <a:xfrm>
              <a:off x="8759336" y="3540056"/>
              <a:ext cx="879681" cy="369226"/>
              <a:chOff x="8759336" y="3540056"/>
              <a:chExt cx="879681" cy="369226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4F6799CE-945B-D02E-CDF2-DBEAF0F9E680}"/>
                  </a:ext>
                </a:extLst>
              </p:cNvPr>
              <p:cNvSpPr/>
              <p:nvPr/>
            </p:nvSpPr>
            <p:spPr>
              <a:xfrm>
                <a:off x="8759336" y="3540056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902174E-5BA5-7795-D33B-C011DD73C339}"/>
                  </a:ext>
                </a:extLst>
              </p:cNvPr>
              <p:cNvSpPr txBox="1"/>
              <p:nvPr/>
            </p:nvSpPr>
            <p:spPr>
              <a:xfrm>
                <a:off x="8865439" y="3633637"/>
                <a:ext cx="657212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Contribution</a:t>
                </a:r>
              </a:p>
            </p:txBody>
          </p:sp>
        </p:grp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A56CA7C-B878-7B61-7C28-729ABF3461F2}"/>
                </a:ext>
              </a:extLst>
            </p:cNvPr>
            <p:cNvSpPr/>
            <p:nvPr/>
          </p:nvSpPr>
          <p:spPr>
            <a:xfrm>
              <a:off x="9199176" y="3909282"/>
              <a:ext cx="7330" cy="123075"/>
            </a:xfrm>
            <a:custGeom>
              <a:avLst/>
              <a:gdLst>
                <a:gd name="csX0" fmla="*/ 1 w 7330"/>
                <a:gd name="csY0" fmla="*/ 123076 h 123075"/>
                <a:gd name="csX1" fmla="*/ 1 w 7330"/>
                <a:gd name="csY1" fmla="*/ 1 h 123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123075">
                  <a:moveTo>
                    <a:pt x="1" y="123076"/>
                  </a:move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1" name="Graphic 4">
              <a:extLst>
                <a:ext uri="{FF2B5EF4-FFF2-40B4-BE49-F238E27FC236}">
                  <a16:creationId xmlns:a16="http://schemas.microsoft.com/office/drawing/2014/main" id="{D0537993-6722-7856-0315-85BB4A3C7A12}"/>
                </a:ext>
              </a:extLst>
            </p:cNvPr>
            <p:cNvGrpSpPr/>
            <p:nvPr/>
          </p:nvGrpSpPr>
          <p:grpSpPr>
            <a:xfrm>
              <a:off x="8979256" y="4032358"/>
              <a:ext cx="439840" cy="307689"/>
              <a:chOff x="8979256" y="4032358"/>
              <a:chExt cx="439840" cy="307689"/>
            </a:xfrm>
          </p:grpSpPr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2763DFE3-A135-AE88-7FA8-C0CD1B83E004}"/>
                  </a:ext>
                </a:extLst>
              </p:cNvPr>
              <p:cNvSpPr/>
              <p:nvPr/>
            </p:nvSpPr>
            <p:spPr>
              <a:xfrm>
                <a:off x="8979256" y="4032358"/>
                <a:ext cx="439840" cy="307689"/>
              </a:xfrm>
              <a:prstGeom prst="ellipse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0B308C6-8D4D-6496-B578-E3793ACF0199}"/>
                  </a:ext>
                </a:extLst>
              </p:cNvPr>
              <p:cNvSpPr txBox="1"/>
              <p:nvPr/>
            </p:nvSpPr>
            <p:spPr>
              <a:xfrm>
                <a:off x="9009946" y="4082215"/>
                <a:ext cx="363798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Role</a:t>
                </a:r>
              </a:p>
            </p:txBody>
          </p:sp>
        </p:grp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B72C286-8814-EC4F-AD09-8C45A47EFC81}"/>
                </a:ext>
              </a:extLst>
            </p:cNvPr>
            <p:cNvSpPr/>
            <p:nvPr/>
          </p:nvSpPr>
          <p:spPr>
            <a:xfrm>
              <a:off x="10445391" y="4032358"/>
              <a:ext cx="7330" cy="676915"/>
            </a:xfrm>
            <a:custGeom>
              <a:avLst/>
              <a:gdLst>
                <a:gd name="csX0" fmla="*/ 1 w 7330"/>
                <a:gd name="csY0" fmla="*/ 1 h 676915"/>
                <a:gd name="csX1" fmla="*/ 1 w 7330"/>
                <a:gd name="csY1" fmla="*/ 676916 h 676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676915">
                  <a:moveTo>
                    <a:pt x="1" y="1"/>
                  </a:moveTo>
                  <a:lnTo>
                    <a:pt x="1" y="676916"/>
                  </a:lnTo>
                </a:path>
              </a:pathLst>
            </a:custGeom>
            <a:noFill/>
            <a:ln w="2198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5" name="Graphic 4">
              <a:extLst>
                <a:ext uri="{FF2B5EF4-FFF2-40B4-BE49-F238E27FC236}">
                  <a16:creationId xmlns:a16="http://schemas.microsoft.com/office/drawing/2014/main" id="{93B18A4D-BDC0-DDF5-D700-107CB587D69E}"/>
                </a:ext>
              </a:extLst>
            </p:cNvPr>
            <p:cNvGrpSpPr/>
            <p:nvPr/>
          </p:nvGrpSpPr>
          <p:grpSpPr>
            <a:xfrm>
              <a:off x="10005551" y="3540056"/>
              <a:ext cx="808879" cy="492302"/>
              <a:chOff x="10005551" y="3540056"/>
              <a:chExt cx="808879" cy="492302"/>
            </a:xfrm>
          </p:grpSpPr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BEC480E2-006E-C280-A996-384C62D8AFD8}"/>
                  </a:ext>
                </a:extLst>
              </p:cNvPr>
              <p:cNvSpPr/>
              <p:nvPr/>
            </p:nvSpPr>
            <p:spPr>
              <a:xfrm>
                <a:off x="10152164" y="3540056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3124B6C-D727-A097-5996-33679D53CD90}"/>
                  </a:ext>
                </a:extLst>
              </p:cNvPr>
              <p:cNvSpPr txBox="1"/>
              <p:nvPr/>
            </p:nvSpPr>
            <p:spPr>
              <a:xfrm>
                <a:off x="10005551" y="3699170"/>
                <a:ext cx="808879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Contrubuted_by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FFBF0A4-3BFA-0953-697E-E3F93BD1A10F}"/>
                </a:ext>
              </a:extLst>
            </p:cNvPr>
            <p:cNvSpPr/>
            <p:nvPr/>
          </p:nvSpPr>
          <p:spPr>
            <a:xfrm>
              <a:off x="6780053" y="8524618"/>
              <a:ext cx="1246215" cy="369226"/>
            </a:xfrm>
            <a:custGeom>
              <a:avLst/>
              <a:gdLst>
                <a:gd name="csX0" fmla="*/ 1246216 w 1246215"/>
                <a:gd name="csY0" fmla="*/ 369227 h 369226"/>
                <a:gd name="csX1" fmla="*/ 1 w 1246215"/>
                <a:gd name="csY1" fmla="*/ 369227 h 369226"/>
                <a:gd name="csX2" fmla="*/ 1 w 1246215"/>
                <a:gd name="csY2" fmla="*/ 1 h 3692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46215" h="369226">
                  <a:moveTo>
                    <a:pt x="1246216" y="369227"/>
                  </a:moveTo>
                  <a:lnTo>
                    <a:pt x="1" y="369227"/>
                  </a:ln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9" name="Graphic 4">
              <a:extLst>
                <a:ext uri="{FF2B5EF4-FFF2-40B4-BE49-F238E27FC236}">
                  <a16:creationId xmlns:a16="http://schemas.microsoft.com/office/drawing/2014/main" id="{C4F5B374-829D-DDD3-C7FE-639DF0B98570}"/>
                </a:ext>
              </a:extLst>
            </p:cNvPr>
            <p:cNvGrpSpPr/>
            <p:nvPr/>
          </p:nvGrpSpPr>
          <p:grpSpPr>
            <a:xfrm>
              <a:off x="8026268" y="8647693"/>
              <a:ext cx="586454" cy="492302"/>
              <a:chOff x="8026268" y="8647693"/>
              <a:chExt cx="586454" cy="492302"/>
            </a:xfrm>
          </p:grpSpPr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4BDBF58E-47A1-1CE9-91F4-DCB33EF3759E}"/>
                  </a:ext>
                </a:extLst>
              </p:cNvPr>
              <p:cNvSpPr/>
              <p:nvPr/>
            </p:nvSpPr>
            <p:spPr>
              <a:xfrm>
                <a:off x="8026268" y="8647693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F6E7DA9-4081-9ADA-A668-1A7EE1C45718}"/>
                  </a:ext>
                </a:extLst>
              </p:cNvPr>
              <p:cNvSpPr txBox="1"/>
              <p:nvPr/>
            </p:nvSpPr>
            <p:spPr>
              <a:xfrm>
                <a:off x="8087434" y="8739184"/>
                <a:ext cx="500776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Manage</a:t>
                </a:r>
              </a:p>
            </p:txBody>
          </p:sp>
        </p:grpSp>
        <p:grpSp>
          <p:nvGrpSpPr>
            <p:cNvPr id="132" name="Graphic 4">
              <a:extLst>
                <a:ext uri="{FF2B5EF4-FFF2-40B4-BE49-F238E27FC236}">
                  <a16:creationId xmlns:a16="http://schemas.microsoft.com/office/drawing/2014/main" id="{E01772D1-3CD1-3441-A838-95E34D52E695}"/>
                </a:ext>
              </a:extLst>
            </p:cNvPr>
            <p:cNvGrpSpPr/>
            <p:nvPr/>
          </p:nvGrpSpPr>
          <p:grpSpPr>
            <a:xfrm>
              <a:off x="8637280" y="8866583"/>
              <a:ext cx="781816" cy="55384"/>
              <a:chOff x="8637280" y="8866583"/>
              <a:chExt cx="781816" cy="55384"/>
            </a:xfrm>
          </p:grpSpPr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92E50F93-0CDC-EEDC-4B44-AFBEE539E154}"/>
                  </a:ext>
                </a:extLst>
              </p:cNvPr>
              <p:cNvSpPr/>
              <p:nvPr/>
            </p:nvSpPr>
            <p:spPr>
              <a:xfrm>
                <a:off x="8686763" y="8894214"/>
                <a:ext cx="732334" cy="2337"/>
              </a:xfrm>
              <a:custGeom>
                <a:avLst/>
                <a:gdLst>
                  <a:gd name="csX0" fmla="*/ 732335 w 732334"/>
                  <a:gd name="csY0" fmla="*/ 2338 h 2337"/>
                  <a:gd name="csX1" fmla="*/ 329147 w 732334"/>
                  <a:gd name="csY1" fmla="*/ 1661 h 2337"/>
                  <a:gd name="csX2" fmla="*/ 1 w 732334"/>
                  <a:gd name="csY2" fmla="*/ 1 h 23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32334" h="2337">
                    <a:moveTo>
                      <a:pt x="732335" y="2338"/>
                    </a:moveTo>
                    <a:lnTo>
                      <a:pt x="329147" y="1661"/>
                    </a:lnTo>
                    <a:lnTo>
                      <a:pt x="1" y="1"/>
                    </a:lnTo>
                  </a:path>
                </a:pathLst>
              </a:custGeom>
              <a:noFill/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689B38B7-E39F-A8AF-4950-501AA80411CF}"/>
                  </a:ext>
                </a:extLst>
              </p:cNvPr>
              <p:cNvSpPr/>
              <p:nvPr/>
            </p:nvSpPr>
            <p:spPr>
              <a:xfrm>
                <a:off x="8637280" y="8866583"/>
                <a:ext cx="66195" cy="55384"/>
              </a:xfrm>
              <a:custGeom>
                <a:avLst/>
                <a:gdLst>
                  <a:gd name="csX0" fmla="*/ 1 w 66195"/>
                  <a:gd name="csY0" fmla="*/ 27385 h 55384"/>
                  <a:gd name="csX1" fmla="*/ 66196 w 66195"/>
                  <a:gd name="csY1" fmla="*/ 1 h 55384"/>
                  <a:gd name="csX2" fmla="*/ 49483 w 66195"/>
                  <a:gd name="csY2" fmla="*/ 27632 h 55384"/>
                  <a:gd name="csX3" fmla="*/ 65830 w 66195"/>
                  <a:gd name="csY3" fmla="*/ 55385 h 55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195" h="55384">
                    <a:moveTo>
                      <a:pt x="1" y="27385"/>
                    </a:moveTo>
                    <a:lnTo>
                      <a:pt x="66196" y="1"/>
                    </a:lnTo>
                    <a:lnTo>
                      <a:pt x="49483" y="27632"/>
                    </a:lnTo>
                    <a:lnTo>
                      <a:pt x="65830" y="55385"/>
                    </a:lnTo>
                    <a:close/>
                  </a:path>
                </a:pathLst>
              </a:custGeom>
              <a:solidFill>
                <a:srgbClr val="000000"/>
              </a:solidFill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5" name="Graphic 4">
              <a:extLst>
                <a:ext uri="{FF2B5EF4-FFF2-40B4-BE49-F238E27FC236}">
                  <a16:creationId xmlns:a16="http://schemas.microsoft.com/office/drawing/2014/main" id="{2DA3D6FF-2649-38FC-CA5F-B63CBE6A1D0C}"/>
                </a:ext>
              </a:extLst>
            </p:cNvPr>
            <p:cNvGrpSpPr/>
            <p:nvPr/>
          </p:nvGrpSpPr>
          <p:grpSpPr>
            <a:xfrm>
              <a:off x="9345790" y="8709231"/>
              <a:ext cx="879681" cy="369226"/>
              <a:chOff x="9345790" y="8709231"/>
              <a:chExt cx="879681" cy="369226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59091F06-8126-0B36-A828-A51FDCC4F760}"/>
                  </a:ext>
                </a:extLst>
              </p:cNvPr>
              <p:cNvSpPr/>
              <p:nvPr/>
            </p:nvSpPr>
            <p:spPr>
              <a:xfrm>
                <a:off x="9345790" y="8709231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318E5F82-A636-3DB4-FC1A-68B2349E87CD}"/>
                  </a:ext>
                </a:extLst>
              </p:cNvPr>
              <p:cNvSpPr txBox="1"/>
              <p:nvPr/>
            </p:nvSpPr>
            <p:spPr>
              <a:xfrm>
                <a:off x="9549655" y="8802813"/>
                <a:ext cx="461689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Budget</a:t>
                </a:r>
              </a:p>
            </p:txBody>
          </p:sp>
        </p:grp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BBDE3871-87AD-B268-6732-EA502A887405}"/>
                </a:ext>
              </a:extLst>
            </p:cNvPr>
            <p:cNvSpPr/>
            <p:nvPr/>
          </p:nvSpPr>
          <p:spPr>
            <a:xfrm>
              <a:off x="10445391" y="5078501"/>
              <a:ext cx="7330" cy="799991"/>
            </a:xfrm>
            <a:custGeom>
              <a:avLst/>
              <a:gdLst>
                <a:gd name="csX0" fmla="*/ 1 w 7330"/>
                <a:gd name="csY0" fmla="*/ 799992 h 799991"/>
                <a:gd name="csX1" fmla="*/ 1 w 7330"/>
                <a:gd name="csY1" fmla="*/ 1 h 7999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799991">
                  <a:moveTo>
                    <a:pt x="1" y="799992"/>
                  </a:moveTo>
                  <a:lnTo>
                    <a:pt x="1" y="1"/>
                  </a:lnTo>
                </a:path>
              </a:pathLst>
            </a:custGeom>
            <a:noFill/>
            <a:ln w="2198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470FE17F-202C-EEBE-2F98-8BE65581469B}"/>
                </a:ext>
              </a:extLst>
            </p:cNvPr>
            <p:cNvSpPr/>
            <p:nvPr/>
          </p:nvSpPr>
          <p:spPr>
            <a:xfrm>
              <a:off x="10225471" y="6370795"/>
              <a:ext cx="219920" cy="2523049"/>
            </a:xfrm>
            <a:custGeom>
              <a:avLst/>
              <a:gdLst>
                <a:gd name="csX0" fmla="*/ 219921 w 219920"/>
                <a:gd name="csY0" fmla="*/ 1 h 2523049"/>
                <a:gd name="csX1" fmla="*/ 219921 w 219920"/>
                <a:gd name="csY1" fmla="*/ 2523051 h 2523049"/>
                <a:gd name="csX2" fmla="*/ 1 w 219920"/>
                <a:gd name="csY2" fmla="*/ 2523051 h 2523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19920" h="2523049">
                  <a:moveTo>
                    <a:pt x="219921" y="1"/>
                  </a:moveTo>
                  <a:lnTo>
                    <a:pt x="219921" y="2523051"/>
                  </a:lnTo>
                  <a:lnTo>
                    <a:pt x="1" y="252305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0" name="Graphic 4">
              <a:extLst>
                <a:ext uri="{FF2B5EF4-FFF2-40B4-BE49-F238E27FC236}">
                  <a16:creationId xmlns:a16="http://schemas.microsoft.com/office/drawing/2014/main" id="{C2039409-2738-3D03-8673-422B48249448}"/>
                </a:ext>
              </a:extLst>
            </p:cNvPr>
            <p:cNvGrpSpPr/>
            <p:nvPr/>
          </p:nvGrpSpPr>
          <p:grpSpPr>
            <a:xfrm>
              <a:off x="10152164" y="5878492"/>
              <a:ext cx="586454" cy="492302"/>
              <a:chOff x="10152164" y="5878492"/>
              <a:chExt cx="586454" cy="492302"/>
            </a:xfrm>
          </p:grpSpPr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074DC14B-2B77-12FD-8945-6BD77CA1243B}"/>
                  </a:ext>
                </a:extLst>
              </p:cNvPr>
              <p:cNvSpPr/>
              <p:nvPr/>
            </p:nvSpPr>
            <p:spPr>
              <a:xfrm>
                <a:off x="10152164" y="5878492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6E218F1B-34E2-1A2A-D78F-A0FEA43A3D45}"/>
                  </a:ext>
                </a:extLst>
              </p:cNvPr>
              <p:cNvSpPr txBox="1"/>
              <p:nvPr/>
            </p:nvSpPr>
            <p:spPr>
              <a:xfrm>
                <a:off x="10174165" y="6015549"/>
                <a:ext cx="481232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Funded</a:t>
                </a:r>
              </a:p>
            </p:txBody>
          </p:sp>
        </p:grp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D17314AF-5FCD-7FEF-E35C-BAE5694F3519}"/>
                </a:ext>
              </a:extLst>
            </p:cNvPr>
            <p:cNvSpPr/>
            <p:nvPr/>
          </p:nvSpPr>
          <p:spPr>
            <a:xfrm>
              <a:off x="8466109" y="1940073"/>
              <a:ext cx="1246214" cy="6153"/>
            </a:xfrm>
            <a:custGeom>
              <a:avLst/>
              <a:gdLst>
                <a:gd name="csX0" fmla="*/ 1246215 w 1246214"/>
                <a:gd name="csY0" fmla="*/ 1 h 6153"/>
                <a:gd name="csX1" fmla="*/ 1 w 1246214"/>
                <a:gd name="csY1" fmla="*/ 1 h 6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46214" h="6153">
                  <a:moveTo>
                    <a:pt x="1246215" y="1"/>
                  </a:move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AEDCA1E1-4526-0DDE-963B-5EDE1031EBD1}"/>
                </a:ext>
              </a:extLst>
            </p:cNvPr>
            <p:cNvSpPr/>
            <p:nvPr/>
          </p:nvSpPr>
          <p:spPr>
            <a:xfrm>
              <a:off x="10152164" y="2124686"/>
              <a:ext cx="7330" cy="215382"/>
            </a:xfrm>
            <a:custGeom>
              <a:avLst/>
              <a:gdLst>
                <a:gd name="csX0" fmla="*/ 1 w 7330"/>
                <a:gd name="csY0" fmla="*/ 1 h 215382"/>
                <a:gd name="csX1" fmla="*/ 1 w 7330"/>
                <a:gd name="csY1" fmla="*/ 215383 h 215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215382">
                  <a:moveTo>
                    <a:pt x="1" y="1"/>
                  </a:moveTo>
                  <a:lnTo>
                    <a:pt x="1" y="215383"/>
                  </a:lnTo>
                </a:path>
              </a:pathLst>
            </a:custGeom>
            <a:noFill/>
            <a:ln w="2198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5" name="Graphic 4">
              <a:extLst>
                <a:ext uri="{FF2B5EF4-FFF2-40B4-BE49-F238E27FC236}">
                  <a16:creationId xmlns:a16="http://schemas.microsoft.com/office/drawing/2014/main" id="{E5829E08-EABA-64B2-124E-C5D4C56FADB8}"/>
                </a:ext>
              </a:extLst>
            </p:cNvPr>
            <p:cNvGrpSpPr/>
            <p:nvPr/>
          </p:nvGrpSpPr>
          <p:grpSpPr>
            <a:xfrm>
              <a:off x="9639017" y="1755459"/>
              <a:ext cx="952988" cy="369226"/>
              <a:chOff x="9639017" y="1755459"/>
              <a:chExt cx="952988" cy="369226"/>
            </a:xfrm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8CC9218E-A1A2-E505-2A73-2834C9D742C8}"/>
                  </a:ext>
                </a:extLst>
              </p:cNvPr>
              <p:cNvSpPr/>
              <p:nvPr/>
            </p:nvSpPr>
            <p:spPr>
              <a:xfrm>
                <a:off x="9712324" y="1755459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B73146EC-0175-EBA7-47C2-C8C83DA38D3F}"/>
                  </a:ext>
                </a:extLst>
              </p:cNvPr>
              <p:cNvSpPr txBox="1"/>
              <p:nvPr/>
            </p:nvSpPr>
            <p:spPr>
              <a:xfrm>
                <a:off x="9639017" y="1827671"/>
                <a:ext cx="867467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Equipment model</a:t>
                </a:r>
              </a:p>
            </p:txBody>
          </p:sp>
        </p:grpSp>
        <p:grpSp>
          <p:nvGrpSpPr>
            <p:cNvPr id="148" name="Graphic 4">
              <a:extLst>
                <a:ext uri="{FF2B5EF4-FFF2-40B4-BE49-F238E27FC236}">
                  <a16:creationId xmlns:a16="http://schemas.microsoft.com/office/drawing/2014/main" id="{622D1673-5C55-980B-B47B-9BD977430C1F}"/>
                </a:ext>
              </a:extLst>
            </p:cNvPr>
            <p:cNvGrpSpPr/>
            <p:nvPr/>
          </p:nvGrpSpPr>
          <p:grpSpPr>
            <a:xfrm>
              <a:off x="7785870" y="1693921"/>
              <a:ext cx="740326" cy="492302"/>
              <a:chOff x="7785870" y="1693921"/>
              <a:chExt cx="740326" cy="492302"/>
            </a:xfrm>
          </p:grpSpPr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5FA6B129-F4BF-9119-8BBD-D6812F846453}"/>
                  </a:ext>
                </a:extLst>
              </p:cNvPr>
              <p:cNvSpPr/>
              <p:nvPr/>
            </p:nvSpPr>
            <p:spPr>
              <a:xfrm>
                <a:off x="7879655" y="1693921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DE5EA8D-5902-BD22-A1B9-D7A2DB544F0B}"/>
                  </a:ext>
                </a:extLst>
              </p:cNvPr>
              <p:cNvSpPr txBox="1"/>
              <p:nvPr/>
            </p:nvSpPr>
            <p:spPr>
              <a:xfrm>
                <a:off x="7785870" y="1802240"/>
                <a:ext cx="740326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Correspond to</a:t>
                </a:r>
              </a:p>
            </p:txBody>
          </p:sp>
        </p:grpSp>
        <p:grpSp>
          <p:nvGrpSpPr>
            <p:cNvPr id="151" name="Graphic 4">
              <a:extLst>
                <a:ext uri="{FF2B5EF4-FFF2-40B4-BE49-F238E27FC236}">
                  <a16:creationId xmlns:a16="http://schemas.microsoft.com/office/drawing/2014/main" id="{010B8FAD-0582-B123-B728-3CFF4E5B2E07}"/>
                </a:ext>
              </a:extLst>
            </p:cNvPr>
            <p:cNvGrpSpPr/>
            <p:nvPr/>
          </p:nvGrpSpPr>
          <p:grpSpPr>
            <a:xfrm>
              <a:off x="6375399" y="2986215"/>
              <a:ext cx="764723" cy="492302"/>
              <a:chOff x="6375399" y="2986215"/>
              <a:chExt cx="764723" cy="492302"/>
            </a:xfrm>
          </p:grpSpPr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1D21454B-15BC-4454-556E-5CEC96808A61}"/>
                  </a:ext>
                </a:extLst>
              </p:cNvPr>
              <p:cNvSpPr/>
              <p:nvPr/>
            </p:nvSpPr>
            <p:spPr>
              <a:xfrm>
                <a:off x="6486826" y="2986215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249262B0-FBAD-3DD5-C424-F076AB84320D}"/>
                  </a:ext>
                </a:extLst>
              </p:cNvPr>
              <p:cNvSpPr txBox="1"/>
              <p:nvPr/>
            </p:nvSpPr>
            <p:spPr>
              <a:xfrm>
                <a:off x="6375399" y="3109291"/>
                <a:ext cx="764723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Used_by_simu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0EF59AE6-D359-D39A-9FFF-9E69FF1454CD}"/>
                </a:ext>
              </a:extLst>
            </p:cNvPr>
            <p:cNvSpPr/>
            <p:nvPr/>
          </p:nvSpPr>
          <p:spPr>
            <a:xfrm>
              <a:off x="10152164" y="2832371"/>
              <a:ext cx="7330" cy="215382"/>
            </a:xfrm>
            <a:custGeom>
              <a:avLst/>
              <a:gdLst>
                <a:gd name="csX0" fmla="*/ 1 w 7330"/>
                <a:gd name="csY0" fmla="*/ 215383 h 215382"/>
                <a:gd name="csX1" fmla="*/ 1 w 7330"/>
                <a:gd name="csY1" fmla="*/ 1 h 215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215382">
                  <a:moveTo>
                    <a:pt x="1" y="215383"/>
                  </a:move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5" name="Graphic 4">
              <a:extLst>
                <a:ext uri="{FF2B5EF4-FFF2-40B4-BE49-F238E27FC236}">
                  <a16:creationId xmlns:a16="http://schemas.microsoft.com/office/drawing/2014/main" id="{BA5207EA-3FAB-FEF8-8D45-DC8C196412A0}"/>
                </a:ext>
              </a:extLst>
            </p:cNvPr>
            <p:cNvGrpSpPr/>
            <p:nvPr/>
          </p:nvGrpSpPr>
          <p:grpSpPr>
            <a:xfrm>
              <a:off x="9712324" y="3047753"/>
              <a:ext cx="879681" cy="369226"/>
              <a:chOff x="9712324" y="3047753"/>
              <a:chExt cx="879681" cy="369226"/>
            </a:xfrm>
          </p:grpSpPr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03D0FFE5-3BAE-7285-A210-C81C74CB423B}"/>
                  </a:ext>
                </a:extLst>
              </p:cNvPr>
              <p:cNvSpPr/>
              <p:nvPr/>
            </p:nvSpPr>
            <p:spPr>
              <a:xfrm>
                <a:off x="9712324" y="3047753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55F593BC-FFD6-6E0F-5893-0080C0391816}"/>
                  </a:ext>
                </a:extLst>
              </p:cNvPr>
              <p:cNvSpPr txBox="1"/>
              <p:nvPr/>
            </p:nvSpPr>
            <p:spPr>
              <a:xfrm>
                <a:off x="9823367" y="3141335"/>
                <a:ext cx="647332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Certification</a:t>
                </a:r>
              </a:p>
            </p:txBody>
          </p:sp>
        </p:grp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E47A57F-167C-C0CD-4D6B-7D91A6709003}"/>
                </a:ext>
              </a:extLst>
            </p:cNvPr>
            <p:cNvSpPr/>
            <p:nvPr/>
          </p:nvSpPr>
          <p:spPr>
            <a:xfrm>
              <a:off x="7513121" y="2678526"/>
              <a:ext cx="733067" cy="307689"/>
            </a:xfrm>
            <a:custGeom>
              <a:avLst/>
              <a:gdLst>
                <a:gd name="csX0" fmla="*/ 733068 w 733067"/>
                <a:gd name="csY0" fmla="*/ 307690 h 307689"/>
                <a:gd name="csX1" fmla="*/ 1 w 733067"/>
                <a:gd name="csY1" fmla="*/ 307690 h 307689"/>
                <a:gd name="csX2" fmla="*/ 1 w 733067"/>
                <a:gd name="csY2" fmla="*/ 1 h 3076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33067" h="307689">
                  <a:moveTo>
                    <a:pt x="733068" y="307690"/>
                  </a:moveTo>
                  <a:lnTo>
                    <a:pt x="1" y="307690"/>
                  </a:ln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1C7D9BE-F45A-4CC5-A616-69086DC13C35}"/>
                </a:ext>
              </a:extLst>
            </p:cNvPr>
            <p:cNvSpPr/>
            <p:nvPr/>
          </p:nvSpPr>
          <p:spPr>
            <a:xfrm>
              <a:off x="8246189" y="2678526"/>
              <a:ext cx="7330" cy="307689"/>
            </a:xfrm>
            <a:custGeom>
              <a:avLst/>
              <a:gdLst>
                <a:gd name="csX0" fmla="*/ 1 w 7330"/>
                <a:gd name="csY0" fmla="*/ 307690 h 307689"/>
                <a:gd name="csX1" fmla="*/ 1 w 7330"/>
                <a:gd name="csY1" fmla="*/ 1 h 3076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307689">
                  <a:moveTo>
                    <a:pt x="1" y="307690"/>
                  </a:move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990524B-86AF-2719-346E-838371E7C431}"/>
                </a:ext>
              </a:extLst>
            </p:cNvPr>
            <p:cNvSpPr/>
            <p:nvPr/>
          </p:nvSpPr>
          <p:spPr>
            <a:xfrm>
              <a:off x="8246189" y="2678526"/>
              <a:ext cx="733067" cy="307689"/>
            </a:xfrm>
            <a:custGeom>
              <a:avLst/>
              <a:gdLst>
                <a:gd name="csX0" fmla="*/ 1 w 733067"/>
                <a:gd name="csY0" fmla="*/ 307690 h 307689"/>
                <a:gd name="csX1" fmla="*/ 733068 w 733067"/>
                <a:gd name="csY1" fmla="*/ 307690 h 307689"/>
                <a:gd name="csX2" fmla="*/ 733068 w 733067"/>
                <a:gd name="csY2" fmla="*/ 1 h 3076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33067" h="307689">
                  <a:moveTo>
                    <a:pt x="1" y="307690"/>
                  </a:moveTo>
                  <a:lnTo>
                    <a:pt x="733068" y="307690"/>
                  </a:lnTo>
                  <a:lnTo>
                    <a:pt x="733068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1" name="Graphic 4">
              <a:extLst>
                <a:ext uri="{FF2B5EF4-FFF2-40B4-BE49-F238E27FC236}">
                  <a16:creationId xmlns:a16="http://schemas.microsoft.com/office/drawing/2014/main" id="{36B6C5EB-D0E3-43F3-F7B1-7727093EE29E}"/>
                </a:ext>
              </a:extLst>
            </p:cNvPr>
            <p:cNvGrpSpPr/>
            <p:nvPr/>
          </p:nvGrpSpPr>
          <p:grpSpPr>
            <a:xfrm>
              <a:off x="7952961" y="2986215"/>
              <a:ext cx="586454" cy="492302"/>
              <a:chOff x="7952961" y="2986215"/>
              <a:chExt cx="586454" cy="492302"/>
            </a:xfrm>
          </p:grpSpPr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F82A38CF-EEE1-4305-FB8D-3664C1BC810F}"/>
                  </a:ext>
                </a:extLst>
              </p:cNvPr>
              <p:cNvSpPr/>
              <p:nvPr/>
            </p:nvSpPr>
            <p:spPr>
              <a:xfrm>
                <a:off x="7952961" y="2986215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3F5D1693-A266-8976-2DAC-AECCCEF6A9E7}"/>
                  </a:ext>
                </a:extLst>
              </p:cNvPr>
              <p:cNvSpPr txBox="1"/>
              <p:nvPr/>
            </p:nvSpPr>
            <p:spPr>
              <a:xfrm>
                <a:off x="8075318" y="3139243"/>
                <a:ext cx="363798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Hold</a:t>
                </a:r>
              </a:p>
            </p:txBody>
          </p:sp>
        </p:grp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D592185F-75B4-D225-0CFD-91E05457F804}"/>
                </a:ext>
              </a:extLst>
            </p:cNvPr>
            <p:cNvSpPr/>
            <p:nvPr/>
          </p:nvSpPr>
          <p:spPr>
            <a:xfrm>
              <a:off x="8539416" y="3232367"/>
              <a:ext cx="1172908" cy="6153"/>
            </a:xfrm>
            <a:custGeom>
              <a:avLst/>
              <a:gdLst>
                <a:gd name="csX0" fmla="*/ 1172909 w 1172908"/>
                <a:gd name="csY0" fmla="*/ 1 h 6153"/>
                <a:gd name="csX1" fmla="*/ 1 w 1172908"/>
                <a:gd name="csY1" fmla="*/ 1 h 6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72908" h="6153">
                  <a:moveTo>
                    <a:pt x="1172909" y="1"/>
                  </a:move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5" name="Graphic 4">
              <a:extLst>
                <a:ext uri="{FF2B5EF4-FFF2-40B4-BE49-F238E27FC236}">
                  <a16:creationId xmlns:a16="http://schemas.microsoft.com/office/drawing/2014/main" id="{C3FE7BFF-0726-A867-05D8-9CBE66698204}"/>
                </a:ext>
              </a:extLst>
            </p:cNvPr>
            <p:cNvGrpSpPr/>
            <p:nvPr/>
          </p:nvGrpSpPr>
          <p:grpSpPr>
            <a:xfrm>
              <a:off x="7196460" y="2370837"/>
              <a:ext cx="609888" cy="307689"/>
              <a:chOff x="7196460" y="2370837"/>
              <a:chExt cx="609888" cy="307689"/>
            </a:xfrm>
          </p:grpSpPr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B589D298-89A7-AFBD-021C-3C36E44EF8B1}"/>
                  </a:ext>
                </a:extLst>
              </p:cNvPr>
              <p:cNvSpPr/>
              <p:nvPr/>
            </p:nvSpPr>
            <p:spPr>
              <a:xfrm>
                <a:off x="7219894" y="2370837"/>
                <a:ext cx="586454" cy="307689"/>
              </a:xfrm>
              <a:prstGeom prst="ellipse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EA9CE8BA-32D6-D5DD-2A4A-C4712D0E204D}"/>
                  </a:ext>
                </a:extLst>
              </p:cNvPr>
              <p:cNvSpPr txBox="1"/>
              <p:nvPr/>
            </p:nvSpPr>
            <p:spPr>
              <a:xfrm>
                <a:off x="7196460" y="2432374"/>
                <a:ext cx="608374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issue_date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168" name="Graphic 4">
              <a:extLst>
                <a:ext uri="{FF2B5EF4-FFF2-40B4-BE49-F238E27FC236}">
                  <a16:creationId xmlns:a16="http://schemas.microsoft.com/office/drawing/2014/main" id="{93061DBE-AA3F-2A7D-117A-7B2F241D9184}"/>
                </a:ext>
              </a:extLst>
            </p:cNvPr>
            <p:cNvGrpSpPr/>
            <p:nvPr/>
          </p:nvGrpSpPr>
          <p:grpSpPr>
            <a:xfrm>
              <a:off x="7952961" y="2370837"/>
              <a:ext cx="586454" cy="307689"/>
              <a:chOff x="7952961" y="2370837"/>
              <a:chExt cx="586454" cy="307689"/>
            </a:xfrm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003E6463-4573-3017-8A93-9298157CCBBA}"/>
                  </a:ext>
                </a:extLst>
              </p:cNvPr>
              <p:cNvSpPr/>
              <p:nvPr/>
            </p:nvSpPr>
            <p:spPr>
              <a:xfrm>
                <a:off x="7952961" y="2370837"/>
                <a:ext cx="586454" cy="307689"/>
              </a:xfrm>
              <a:prstGeom prst="ellipse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FFB9227C-1F39-9BE1-C28E-A34966CC5DE1}"/>
                  </a:ext>
                </a:extLst>
              </p:cNvPr>
              <p:cNvSpPr txBox="1"/>
              <p:nvPr/>
            </p:nvSpPr>
            <p:spPr>
              <a:xfrm>
                <a:off x="7973765" y="2415357"/>
                <a:ext cx="544846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exp_date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171" name="Graphic 4">
              <a:extLst>
                <a:ext uri="{FF2B5EF4-FFF2-40B4-BE49-F238E27FC236}">
                  <a16:creationId xmlns:a16="http://schemas.microsoft.com/office/drawing/2014/main" id="{4B3064BE-54C4-7765-7B75-58C6F57CD8B7}"/>
                </a:ext>
              </a:extLst>
            </p:cNvPr>
            <p:cNvGrpSpPr/>
            <p:nvPr/>
          </p:nvGrpSpPr>
          <p:grpSpPr>
            <a:xfrm>
              <a:off x="8686029" y="2370837"/>
              <a:ext cx="586454" cy="307689"/>
              <a:chOff x="8686029" y="2370837"/>
              <a:chExt cx="586454" cy="307689"/>
            </a:xfrm>
          </p:grpSpPr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05C82F84-0241-E4A7-1153-31F91328D9EA}"/>
                  </a:ext>
                </a:extLst>
              </p:cNvPr>
              <p:cNvSpPr/>
              <p:nvPr/>
            </p:nvSpPr>
            <p:spPr>
              <a:xfrm>
                <a:off x="8686029" y="2370837"/>
                <a:ext cx="586454" cy="307689"/>
              </a:xfrm>
              <a:prstGeom prst="ellipse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036BFF5-AE1E-DDEC-D073-3A3B8650F8AB}"/>
                  </a:ext>
                </a:extLst>
              </p:cNvPr>
              <p:cNvSpPr txBox="1"/>
              <p:nvPr/>
            </p:nvSpPr>
            <p:spPr>
              <a:xfrm>
                <a:off x="8759335" y="2443050"/>
                <a:ext cx="397989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result</a:t>
                </a:r>
              </a:p>
            </p:txBody>
          </p:sp>
        </p:grpSp>
        <p:grpSp>
          <p:nvGrpSpPr>
            <p:cNvPr id="174" name="Graphic 4">
              <a:extLst>
                <a:ext uri="{FF2B5EF4-FFF2-40B4-BE49-F238E27FC236}">
                  <a16:creationId xmlns:a16="http://schemas.microsoft.com/office/drawing/2014/main" id="{67A96C95-5D99-6DBF-EF69-948777A97805}"/>
                </a:ext>
              </a:extLst>
            </p:cNvPr>
            <p:cNvGrpSpPr/>
            <p:nvPr/>
          </p:nvGrpSpPr>
          <p:grpSpPr>
            <a:xfrm>
              <a:off x="9858937" y="2340068"/>
              <a:ext cx="586454" cy="492302"/>
              <a:chOff x="9858937" y="2340068"/>
              <a:chExt cx="586454" cy="492302"/>
            </a:xfrm>
          </p:grpSpPr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83F896DF-4755-6BBC-DA39-4CDE7F9B20B1}"/>
                  </a:ext>
                </a:extLst>
              </p:cNvPr>
              <p:cNvSpPr/>
              <p:nvPr/>
            </p:nvSpPr>
            <p:spPr>
              <a:xfrm>
                <a:off x="9858937" y="2340068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2C602FD-84BA-61C4-FBF5-C5D0D8AF7C9A}"/>
                  </a:ext>
                </a:extLst>
              </p:cNvPr>
              <p:cNvSpPr txBox="1"/>
              <p:nvPr/>
            </p:nvSpPr>
            <p:spPr>
              <a:xfrm>
                <a:off x="9859234" y="2499250"/>
                <a:ext cx="554511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Authorize</a:t>
                </a:r>
              </a:p>
            </p:txBody>
          </p:sp>
        </p:grpSp>
        <p:grpSp>
          <p:nvGrpSpPr>
            <p:cNvPr id="177" name="Graphic 4">
              <a:extLst>
                <a:ext uri="{FF2B5EF4-FFF2-40B4-BE49-F238E27FC236}">
                  <a16:creationId xmlns:a16="http://schemas.microsoft.com/office/drawing/2014/main" id="{9696A06E-64B4-660B-EC14-EE736B8E587A}"/>
                </a:ext>
              </a:extLst>
            </p:cNvPr>
            <p:cNvGrpSpPr/>
            <p:nvPr/>
          </p:nvGrpSpPr>
          <p:grpSpPr>
            <a:xfrm>
              <a:off x="8417360" y="4681582"/>
              <a:ext cx="210024" cy="55384"/>
              <a:chOff x="8417360" y="4681582"/>
              <a:chExt cx="210024" cy="55384"/>
            </a:xfrm>
          </p:grpSpPr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ECB70C60-8B07-0E69-7671-60F78D761B18}"/>
                  </a:ext>
                </a:extLst>
              </p:cNvPr>
              <p:cNvSpPr/>
              <p:nvPr/>
            </p:nvSpPr>
            <p:spPr>
              <a:xfrm>
                <a:off x="8466842" y="4709274"/>
                <a:ext cx="160542" cy="6153"/>
              </a:xfrm>
              <a:custGeom>
                <a:avLst/>
                <a:gdLst>
                  <a:gd name="csX0" fmla="*/ 160543 w 160542"/>
                  <a:gd name="csY0" fmla="*/ 1 h 6153"/>
                  <a:gd name="csX1" fmla="*/ 1 w 160542"/>
                  <a:gd name="csY1" fmla="*/ 1 h 61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0542" h="6153">
                    <a:moveTo>
                      <a:pt x="160543" y="1"/>
                    </a:moveTo>
                    <a:lnTo>
                      <a:pt x="1" y="1"/>
                    </a:lnTo>
                  </a:path>
                </a:pathLst>
              </a:custGeom>
              <a:noFill/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0D88EA21-73BB-3431-88A5-4D4A09C14BCA}"/>
                  </a:ext>
                </a:extLst>
              </p:cNvPr>
              <p:cNvSpPr/>
              <p:nvPr/>
            </p:nvSpPr>
            <p:spPr>
              <a:xfrm>
                <a:off x="8417360" y="4681582"/>
                <a:ext cx="65976" cy="55384"/>
              </a:xfrm>
              <a:custGeom>
                <a:avLst/>
                <a:gdLst>
                  <a:gd name="csX0" fmla="*/ 1 w 65976"/>
                  <a:gd name="csY0" fmla="*/ 27693 h 55384"/>
                  <a:gd name="csX1" fmla="*/ 65977 w 65976"/>
                  <a:gd name="csY1" fmla="*/ 1 h 55384"/>
                  <a:gd name="csX2" fmla="*/ 49483 w 65976"/>
                  <a:gd name="csY2" fmla="*/ 27693 h 55384"/>
                  <a:gd name="csX3" fmla="*/ 65977 w 65976"/>
                  <a:gd name="csY3" fmla="*/ 55385 h 55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976" h="55384">
                    <a:moveTo>
                      <a:pt x="1" y="27693"/>
                    </a:moveTo>
                    <a:lnTo>
                      <a:pt x="65977" y="1"/>
                    </a:lnTo>
                    <a:lnTo>
                      <a:pt x="49483" y="27693"/>
                    </a:lnTo>
                    <a:lnTo>
                      <a:pt x="65977" y="55385"/>
                    </a:lnTo>
                    <a:close/>
                  </a:path>
                </a:pathLst>
              </a:custGeom>
              <a:solidFill>
                <a:srgbClr val="000000"/>
              </a:solidFill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0" name="Graphic 4">
              <a:extLst>
                <a:ext uri="{FF2B5EF4-FFF2-40B4-BE49-F238E27FC236}">
                  <a16:creationId xmlns:a16="http://schemas.microsoft.com/office/drawing/2014/main" id="{171298BD-EC45-FDF6-C96B-4D01F48109DE}"/>
                </a:ext>
              </a:extLst>
            </p:cNvPr>
            <p:cNvGrpSpPr/>
            <p:nvPr/>
          </p:nvGrpSpPr>
          <p:grpSpPr>
            <a:xfrm>
              <a:off x="9041567" y="4893887"/>
              <a:ext cx="51314" cy="300796"/>
              <a:chOff x="9041567" y="4893887"/>
              <a:chExt cx="51314" cy="300796"/>
            </a:xfrm>
          </p:grpSpPr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C2CB70B4-B1D3-875F-A9D2-CBC9F870E85E}"/>
                  </a:ext>
                </a:extLst>
              </p:cNvPr>
              <p:cNvSpPr/>
              <p:nvPr/>
            </p:nvSpPr>
            <p:spPr>
              <a:xfrm>
                <a:off x="9067224" y="4893887"/>
                <a:ext cx="7330" cy="268489"/>
              </a:xfrm>
              <a:custGeom>
                <a:avLst/>
                <a:gdLst>
                  <a:gd name="csX0" fmla="*/ 1 w 7330"/>
                  <a:gd name="csY0" fmla="*/ 1 h 268489"/>
                  <a:gd name="csX1" fmla="*/ 1 w 7330"/>
                  <a:gd name="csY1" fmla="*/ 268490 h 2684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330" h="268489">
                    <a:moveTo>
                      <a:pt x="1" y="1"/>
                    </a:moveTo>
                    <a:lnTo>
                      <a:pt x="1" y="268490"/>
                    </a:lnTo>
                  </a:path>
                </a:pathLst>
              </a:custGeom>
              <a:noFill/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F2C3B494-AC68-A245-EF1A-2C785A997B93}"/>
                  </a:ext>
                </a:extLst>
              </p:cNvPr>
              <p:cNvSpPr/>
              <p:nvPr/>
            </p:nvSpPr>
            <p:spPr>
              <a:xfrm>
                <a:off x="9041567" y="5151608"/>
                <a:ext cx="51314" cy="43076"/>
              </a:xfrm>
              <a:custGeom>
                <a:avLst/>
                <a:gdLst>
                  <a:gd name="csX0" fmla="*/ 25658 w 51314"/>
                  <a:gd name="csY0" fmla="*/ 43077 h 43076"/>
                  <a:gd name="csX1" fmla="*/ 1 w 51314"/>
                  <a:gd name="csY1" fmla="*/ 1 h 43076"/>
                  <a:gd name="csX2" fmla="*/ 25658 w 51314"/>
                  <a:gd name="csY2" fmla="*/ 10770 h 43076"/>
                  <a:gd name="csX3" fmla="*/ 51315 w 51314"/>
                  <a:gd name="csY3" fmla="*/ 1 h 430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314" h="43076">
                    <a:moveTo>
                      <a:pt x="25658" y="43077"/>
                    </a:moveTo>
                    <a:lnTo>
                      <a:pt x="1" y="1"/>
                    </a:lnTo>
                    <a:lnTo>
                      <a:pt x="25658" y="10770"/>
                    </a:lnTo>
                    <a:lnTo>
                      <a:pt x="51315" y="1"/>
                    </a:lnTo>
                    <a:close/>
                  </a:path>
                </a:pathLst>
              </a:custGeom>
              <a:solidFill>
                <a:srgbClr val="000000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3" name="Graphic 4">
              <a:extLst>
                <a:ext uri="{FF2B5EF4-FFF2-40B4-BE49-F238E27FC236}">
                  <a16:creationId xmlns:a16="http://schemas.microsoft.com/office/drawing/2014/main" id="{0FBCD82F-5C39-AA61-C0E3-9DDE69DDC42E}"/>
                </a:ext>
              </a:extLst>
            </p:cNvPr>
            <p:cNvGrpSpPr/>
            <p:nvPr/>
          </p:nvGrpSpPr>
          <p:grpSpPr>
            <a:xfrm>
              <a:off x="8627384" y="4524660"/>
              <a:ext cx="879681" cy="369226"/>
              <a:chOff x="8627384" y="4524660"/>
              <a:chExt cx="879681" cy="369226"/>
            </a:xfrm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081B622B-770E-F737-2286-E79C52A953B6}"/>
                  </a:ext>
                </a:extLst>
              </p:cNvPr>
              <p:cNvSpPr/>
              <p:nvPr/>
            </p:nvSpPr>
            <p:spPr>
              <a:xfrm>
                <a:off x="8627384" y="4524660"/>
                <a:ext cx="879681" cy="369226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6C852EE8-D310-0772-BADF-495BA69F50A8}"/>
                  </a:ext>
                </a:extLst>
              </p:cNvPr>
              <p:cNvSpPr txBox="1"/>
              <p:nvPr/>
            </p:nvSpPr>
            <p:spPr>
              <a:xfrm>
                <a:off x="8735957" y="4618242"/>
                <a:ext cx="652272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Reservation</a:t>
                </a:r>
              </a:p>
            </p:txBody>
          </p:sp>
        </p:grpSp>
        <p:grpSp>
          <p:nvGrpSpPr>
            <p:cNvPr id="186" name="Graphic 4">
              <a:extLst>
                <a:ext uri="{FF2B5EF4-FFF2-40B4-BE49-F238E27FC236}">
                  <a16:creationId xmlns:a16="http://schemas.microsoft.com/office/drawing/2014/main" id="{BDC55D41-4DC5-EC48-672E-9609FB54B07A}"/>
                </a:ext>
              </a:extLst>
            </p:cNvPr>
            <p:cNvGrpSpPr/>
            <p:nvPr/>
          </p:nvGrpSpPr>
          <p:grpSpPr>
            <a:xfrm>
              <a:off x="7799017" y="4463123"/>
              <a:ext cx="586454" cy="492302"/>
              <a:chOff x="7799017" y="4463123"/>
              <a:chExt cx="586454" cy="492302"/>
            </a:xfrm>
          </p:grpSpPr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B56B7F20-F8A4-335E-FC60-064AED5F0F5C}"/>
                  </a:ext>
                </a:extLst>
              </p:cNvPr>
              <p:cNvSpPr/>
              <p:nvPr/>
            </p:nvSpPr>
            <p:spPr>
              <a:xfrm>
                <a:off x="7799017" y="4463123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EE665A57-3626-82B9-37BE-D1C6A616F0EF}"/>
                  </a:ext>
                </a:extLst>
              </p:cNvPr>
              <p:cNvSpPr txBox="1"/>
              <p:nvPr/>
            </p:nvSpPr>
            <p:spPr>
              <a:xfrm>
                <a:off x="7830784" y="4622869"/>
                <a:ext cx="530027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Made By</a:t>
                </a:r>
              </a:p>
            </p:txBody>
          </p:sp>
        </p:grpSp>
        <p:grpSp>
          <p:nvGrpSpPr>
            <p:cNvPr id="189" name="Graphic 4">
              <a:extLst>
                <a:ext uri="{FF2B5EF4-FFF2-40B4-BE49-F238E27FC236}">
                  <a16:creationId xmlns:a16="http://schemas.microsoft.com/office/drawing/2014/main" id="{975C7F5E-BE91-CC96-4728-5D33A8BECFBA}"/>
                </a:ext>
              </a:extLst>
            </p:cNvPr>
            <p:cNvGrpSpPr/>
            <p:nvPr/>
          </p:nvGrpSpPr>
          <p:grpSpPr>
            <a:xfrm>
              <a:off x="8773997" y="5201576"/>
              <a:ext cx="586454" cy="492302"/>
              <a:chOff x="8773997" y="5201576"/>
              <a:chExt cx="586454" cy="492302"/>
            </a:xfrm>
          </p:grpSpPr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C936311-1487-A235-68C2-B27C6F41E712}"/>
                  </a:ext>
                </a:extLst>
              </p:cNvPr>
              <p:cNvSpPr/>
              <p:nvPr/>
            </p:nvSpPr>
            <p:spPr>
              <a:xfrm>
                <a:off x="8773997" y="5201576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AB4C5E77-2707-9D18-FBFB-FFD1531ED6D3}"/>
                  </a:ext>
                </a:extLst>
              </p:cNvPr>
              <p:cNvSpPr txBox="1"/>
              <p:nvPr/>
            </p:nvSpPr>
            <p:spPr>
              <a:xfrm>
                <a:off x="8785223" y="5312972"/>
                <a:ext cx="544760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Assigned</a:t>
                </a:r>
              </a:p>
            </p:txBody>
          </p:sp>
        </p:grp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17C5F51C-0156-DA0D-B443-12916F98B01F}"/>
                </a:ext>
              </a:extLst>
            </p:cNvPr>
            <p:cNvSpPr/>
            <p:nvPr/>
          </p:nvSpPr>
          <p:spPr>
            <a:xfrm>
              <a:off x="8429456" y="5447728"/>
              <a:ext cx="329880" cy="6153"/>
            </a:xfrm>
            <a:custGeom>
              <a:avLst/>
              <a:gdLst>
                <a:gd name="csX0" fmla="*/ 1 w 329880"/>
                <a:gd name="csY0" fmla="*/ 1 h 6153"/>
                <a:gd name="csX1" fmla="*/ 329881 w 329880"/>
                <a:gd name="csY1" fmla="*/ 1 h 6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9880" h="6153">
                  <a:moveTo>
                    <a:pt x="1" y="1"/>
                  </a:moveTo>
                  <a:lnTo>
                    <a:pt x="32988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3" name="Graphic 4">
              <a:extLst>
                <a:ext uri="{FF2B5EF4-FFF2-40B4-BE49-F238E27FC236}">
                  <a16:creationId xmlns:a16="http://schemas.microsoft.com/office/drawing/2014/main" id="{B63D4E84-4BE5-546A-15C4-A884FC27156F}"/>
                </a:ext>
              </a:extLst>
            </p:cNvPr>
            <p:cNvGrpSpPr/>
            <p:nvPr/>
          </p:nvGrpSpPr>
          <p:grpSpPr>
            <a:xfrm>
              <a:off x="7669457" y="5293883"/>
              <a:ext cx="759999" cy="307689"/>
              <a:chOff x="7669457" y="5293883"/>
              <a:chExt cx="759999" cy="307689"/>
            </a:xfrm>
          </p:grpSpPr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22A989A5-7513-F10A-5BFC-0BB8D9E48857}"/>
                  </a:ext>
                </a:extLst>
              </p:cNvPr>
              <p:cNvSpPr/>
              <p:nvPr/>
            </p:nvSpPr>
            <p:spPr>
              <a:xfrm>
                <a:off x="7733041" y="5293883"/>
                <a:ext cx="696414" cy="307689"/>
              </a:xfrm>
              <a:prstGeom prst="ellipse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511E0DE-4346-C381-7F44-4259A0AE6020}"/>
                  </a:ext>
                </a:extLst>
              </p:cNvPr>
              <p:cNvSpPr txBox="1"/>
              <p:nvPr/>
            </p:nvSpPr>
            <p:spPr>
              <a:xfrm>
                <a:off x="7669457" y="5377586"/>
                <a:ext cx="759999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 err="1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who_approved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196" name="Graphic 4">
              <a:extLst>
                <a:ext uri="{FF2B5EF4-FFF2-40B4-BE49-F238E27FC236}">
                  <a16:creationId xmlns:a16="http://schemas.microsoft.com/office/drawing/2014/main" id="{9A1DFF88-6E80-60E9-3178-ACB1DEFB336F}"/>
                </a:ext>
              </a:extLst>
            </p:cNvPr>
            <p:cNvGrpSpPr/>
            <p:nvPr/>
          </p:nvGrpSpPr>
          <p:grpSpPr>
            <a:xfrm>
              <a:off x="4064037" y="8706154"/>
              <a:ext cx="806374" cy="184613"/>
              <a:chOff x="4064037" y="8706154"/>
              <a:chExt cx="806374" cy="184613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9EFD50D4-35B2-38C2-E12C-716B61069074}"/>
                  </a:ext>
                </a:extLst>
              </p:cNvPr>
              <p:cNvSpPr/>
              <p:nvPr/>
            </p:nvSpPr>
            <p:spPr>
              <a:xfrm>
                <a:off x="4064037" y="8706154"/>
                <a:ext cx="806374" cy="184613"/>
              </a:xfrm>
              <a:prstGeom prst="rect">
                <a:avLst/>
              </a:prstGeom>
              <a:noFill/>
              <a:ln w="732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F6F7592D-C084-6AD9-6F85-005584E4ECAC}"/>
                  </a:ext>
                </a:extLst>
              </p:cNvPr>
              <p:cNvSpPr txBox="1"/>
              <p:nvPr/>
            </p:nvSpPr>
            <p:spPr>
              <a:xfrm>
                <a:off x="4044309" y="8710506"/>
                <a:ext cx="842898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Requires Faculty</a:t>
                </a:r>
              </a:p>
            </p:txBody>
          </p:sp>
        </p:grpSp>
        <p:grpSp>
          <p:nvGrpSpPr>
            <p:cNvPr id="199" name="Graphic 4">
              <a:extLst>
                <a:ext uri="{FF2B5EF4-FFF2-40B4-BE49-F238E27FC236}">
                  <a16:creationId xmlns:a16="http://schemas.microsoft.com/office/drawing/2014/main" id="{3D28A50B-69FF-C5BC-5492-66691B4F751C}"/>
                </a:ext>
              </a:extLst>
            </p:cNvPr>
            <p:cNvGrpSpPr/>
            <p:nvPr/>
          </p:nvGrpSpPr>
          <p:grpSpPr>
            <a:xfrm>
              <a:off x="7949296" y="6121566"/>
              <a:ext cx="439840" cy="184613"/>
              <a:chOff x="7949296" y="6121566"/>
              <a:chExt cx="439840" cy="184613"/>
            </a:xfrm>
          </p:grpSpPr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0BCCF0AF-1B56-F807-F9D8-87C80DC62269}"/>
                  </a:ext>
                </a:extLst>
              </p:cNvPr>
              <p:cNvSpPr/>
              <p:nvPr/>
            </p:nvSpPr>
            <p:spPr>
              <a:xfrm>
                <a:off x="7949296" y="6121566"/>
                <a:ext cx="439840" cy="184613"/>
              </a:xfrm>
              <a:prstGeom prst="rect">
                <a:avLst/>
              </a:prstGeom>
              <a:noFill/>
              <a:ln w="732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0C01EF19-1F88-F19F-21D2-3E5DCF6F225D}"/>
                  </a:ext>
                </a:extLst>
              </p:cNvPr>
              <p:cNvSpPr txBox="1"/>
              <p:nvPr/>
            </p:nvSpPr>
            <p:spPr>
              <a:xfrm>
                <a:off x="7875848" y="6125918"/>
                <a:ext cx="583805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Approvers</a:t>
                </a:r>
              </a:p>
            </p:txBody>
          </p:sp>
        </p:grpSp>
        <p:grpSp>
          <p:nvGrpSpPr>
            <p:cNvPr id="202" name="Graphic 4">
              <a:extLst>
                <a:ext uri="{FF2B5EF4-FFF2-40B4-BE49-F238E27FC236}">
                  <a16:creationId xmlns:a16="http://schemas.microsoft.com/office/drawing/2014/main" id="{95EBB64F-209A-92C6-6206-6394DCF24D38}"/>
                </a:ext>
              </a:extLst>
            </p:cNvPr>
            <p:cNvGrpSpPr/>
            <p:nvPr/>
          </p:nvGrpSpPr>
          <p:grpSpPr>
            <a:xfrm>
              <a:off x="6747065" y="955468"/>
              <a:ext cx="65976" cy="225536"/>
              <a:chOff x="6747065" y="955468"/>
              <a:chExt cx="65976" cy="225536"/>
            </a:xfrm>
          </p:grpSpPr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413B11D5-0CAE-EF49-519D-B4607DC0658C}"/>
                  </a:ext>
                </a:extLst>
              </p:cNvPr>
              <p:cNvSpPr/>
              <p:nvPr/>
            </p:nvSpPr>
            <p:spPr>
              <a:xfrm>
                <a:off x="6780053" y="955468"/>
                <a:ext cx="7330" cy="183997"/>
              </a:xfrm>
              <a:custGeom>
                <a:avLst/>
                <a:gdLst>
                  <a:gd name="csX0" fmla="*/ 1 w 7330"/>
                  <a:gd name="csY0" fmla="*/ 1 h 183997"/>
                  <a:gd name="csX1" fmla="*/ 1 w 7330"/>
                  <a:gd name="csY1" fmla="*/ 183999 h 183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330" h="183997">
                    <a:moveTo>
                      <a:pt x="1" y="1"/>
                    </a:moveTo>
                    <a:lnTo>
                      <a:pt x="1" y="183999"/>
                    </a:lnTo>
                  </a:path>
                </a:pathLst>
              </a:custGeom>
              <a:noFill/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6A984E93-A998-DE7A-9E16-76FEB634A25B}"/>
                  </a:ext>
                </a:extLst>
              </p:cNvPr>
              <p:cNvSpPr/>
              <p:nvPr/>
            </p:nvSpPr>
            <p:spPr>
              <a:xfrm>
                <a:off x="6747065" y="1125620"/>
                <a:ext cx="65976" cy="55384"/>
              </a:xfrm>
              <a:custGeom>
                <a:avLst/>
                <a:gdLst>
                  <a:gd name="csX0" fmla="*/ 32989 w 65976"/>
                  <a:gd name="csY0" fmla="*/ 55385 h 55384"/>
                  <a:gd name="csX1" fmla="*/ 1 w 65976"/>
                  <a:gd name="csY1" fmla="*/ 1 h 55384"/>
                  <a:gd name="csX2" fmla="*/ 32989 w 65976"/>
                  <a:gd name="csY2" fmla="*/ 13847 h 55384"/>
                  <a:gd name="csX3" fmla="*/ 65977 w 65976"/>
                  <a:gd name="csY3" fmla="*/ 1 h 55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976" h="55384">
                    <a:moveTo>
                      <a:pt x="32989" y="55385"/>
                    </a:moveTo>
                    <a:lnTo>
                      <a:pt x="1" y="1"/>
                    </a:lnTo>
                    <a:lnTo>
                      <a:pt x="32989" y="13847"/>
                    </a:lnTo>
                    <a:lnTo>
                      <a:pt x="65977" y="1"/>
                    </a:lnTo>
                    <a:close/>
                  </a:path>
                </a:pathLst>
              </a:custGeom>
              <a:solidFill>
                <a:srgbClr val="000000"/>
              </a:solidFill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" name="Graphic 4">
              <a:extLst>
                <a:ext uri="{FF2B5EF4-FFF2-40B4-BE49-F238E27FC236}">
                  <a16:creationId xmlns:a16="http://schemas.microsoft.com/office/drawing/2014/main" id="{CC030F05-4F75-F23B-01B1-54010F7F591D}"/>
                </a:ext>
              </a:extLst>
            </p:cNvPr>
            <p:cNvGrpSpPr/>
            <p:nvPr/>
          </p:nvGrpSpPr>
          <p:grpSpPr>
            <a:xfrm>
              <a:off x="6413519" y="709317"/>
              <a:ext cx="733067" cy="246151"/>
              <a:chOff x="6413519" y="709317"/>
              <a:chExt cx="733067" cy="246151"/>
            </a:xfrm>
          </p:grpSpPr>
          <p:grpSp>
            <p:nvGrpSpPr>
              <p:cNvPr id="206" name="Graphic 4">
                <a:extLst>
                  <a:ext uri="{FF2B5EF4-FFF2-40B4-BE49-F238E27FC236}">
                    <a16:creationId xmlns:a16="http://schemas.microsoft.com/office/drawing/2014/main" id="{04EED15C-9D3D-AEB1-8415-2016B511C899}"/>
                  </a:ext>
                </a:extLst>
              </p:cNvPr>
              <p:cNvGrpSpPr/>
              <p:nvPr/>
            </p:nvGrpSpPr>
            <p:grpSpPr>
              <a:xfrm>
                <a:off x="6413519" y="709317"/>
                <a:ext cx="733067" cy="246151"/>
                <a:chOff x="6413519" y="709317"/>
                <a:chExt cx="733067" cy="246151"/>
              </a:xfrm>
              <a:solidFill>
                <a:srgbClr val="FFFFFF"/>
              </a:solidFill>
            </p:grpSpPr>
            <p:sp>
              <p:nvSpPr>
                <p:cNvPr id="207" name="Rectangle 206">
                  <a:extLst>
                    <a:ext uri="{FF2B5EF4-FFF2-40B4-BE49-F238E27FC236}">
                      <a16:creationId xmlns:a16="http://schemas.microsoft.com/office/drawing/2014/main" id="{64803540-CB92-7F56-A418-9C35B75B3704}"/>
                    </a:ext>
                  </a:extLst>
                </p:cNvPr>
                <p:cNvSpPr/>
                <p:nvPr/>
              </p:nvSpPr>
              <p:spPr>
                <a:xfrm>
                  <a:off x="6413519" y="709317"/>
                  <a:ext cx="733067" cy="246151"/>
                </a:xfrm>
                <a:prstGeom prst="rect">
                  <a:avLst/>
                </a:prstGeom>
                <a:solidFill>
                  <a:srgbClr val="FFFFFF"/>
                </a:solidFill>
                <a:ln w="732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8DF118FF-8B11-B513-AD81-E62F8D8E752D}"/>
                    </a:ext>
                  </a:extLst>
                </p:cNvPr>
                <p:cNvSpPr/>
                <p:nvPr/>
              </p:nvSpPr>
              <p:spPr>
                <a:xfrm>
                  <a:off x="6450172" y="740086"/>
                  <a:ext cx="659761" cy="184613"/>
                </a:xfrm>
                <a:prstGeom prst="rect">
                  <a:avLst/>
                </a:prstGeom>
                <a:solidFill>
                  <a:srgbClr val="FFFFFF"/>
                </a:solidFill>
                <a:ln w="732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DF5FA854-3AA8-4A1E-2E36-C9A9F7FA737C}"/>
                  </a:ext>
                </a:extLst>
              </p:cNvPr>
              <p:cNvSpPr txBox="1"/>
              <p:nvPr/>
            </p:nvSpPr>
            <p:spPr>
              <a:xfrm>
                <a:off x="6431625" y="698284"/>
                <a:ext cx="686592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Maintenance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412D2B40-13F5-9DC1-2EBC-D0B73240F971}"/>
                  </a:ext>
                </a:extLst>
              </p:cNvPr>
              <p:cNvSpPr txBox="1"/>
              <p:nvPr/>
            </p:nvSpPr>
            <p:spPr>
              <a:xfrm>
                <a:off x="6490321" y="784437"/>
                <a:ext cx="569200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Operation</a:t>
                </a:r>
              </a:p>
            </p:txBody>
          </p:sp>
        </p:grpSp>
        <p:grpSp>
          <p:nvGrpSpPr>
            <p:cNvPr id="211" name="Graphic 4">
              <a:extLst>
                <a:ext uri="{FF2B5EF4-FFF2-40B4-BE49-F238E27FC236}">
                  <a16:creationId xmlns:a16="http://schemas.microsoft.com/office/drawing/2014/main" id="{158174B2-1E44-E2F3-A495-D632036B7719}"/>
                </a:ext>
              </a:extLst>
            </p:cNvPr>
            <p:cNvGrpSpPr/>
            <p:nvPr/>
          </p:nvGrpSpPr>
          <p:grpSpPr>
            <a:xfrm>
              <a:off x="6340212" y="1201619"/>
              <a:ext cx="879681" cy="369226"/>
              <a:chOff x="6340212" y="1201619"/>
              <a:chExt cx="879681" cy="369226"/>
            </a:xfrm>
          </p:grpSpPr>
          <p:grpSp>
            <p:nvGrpSpPr>
              <p:cNvPr id="212" name="Graphic 4">
                <a:extLst>
                  <a:ext uri="{FF2B5EF4-FFF2-40B4-BE49-F238E27FC236}">
                    <a16:creationId xmlns:a16="http://schemas.microsoft.com/office/drawing/2014/main" id="{9A4D6C26-9C0D-6154-5B7F-F86FF03261CA}"/>
                  </a:ext>
                </a:extLst>
              </p:cNvPr>
              <p:cNvGrpSpPr/>
              <p:nvPr/>
            </p:nvGrpSpPr>
            <p:grpSpPr>
              <a:xfrm>
                <a:off x="6340212" y="1201619"/>
                <a:ext cx="879681" cy="369226"/>
                <a:chOff x="6340212" y="1201619"/>
                <a:chExt cx="879681" cy="369226"/>
              </a:xfrm>
              <a:solidFill>
                <a:srgbClr val="FFFFFF"/>
              </a:solidFill>
            </p:grpSpPr>
            <p:sp>
              <p:nvSpPr>
                <p:cNvPr id="213" name="Freeform: Shape 212">
                  <a:extLst>
                    <a:ext uri="{FF2B5EF4-FFF2-40B4-BE49-F238E27FC236}">
                      <a16:creationId xmlns:a16="http://schemas.microsoft.com/office/drawing/2014/main" id="{7EB36079-6C63-7FF2-02FA-15772DC6C9A6}"/>
                    </a:ext>
                  </a:extLst>
                </p:cNvPr>
                <p:cNvSpPr/>
                <p:nvPr/>
              </p:nvSpPr>
              <p:spPr>
                <a:xfrm>
                  <a:off x="6340212" y="1201619"/>
                  <a:ext cx="879681" cy="369226"/>
                </a:xfrm>
                <a:custGeom>
                  <a:avLst/>
                  <a:gdLst>
                    <a:gd name="csX0" fmla="*/ 439841 w 879681"/>
                    <a:gd name="csY0" fmla="*/ 1 h 369226"/>
                    <a:gd name="csX1" fmla="*/ 879682 w 879681"/>
                    <a:gd name="csY1" fmla="*/ 184614 h 369226"/>
                    <a:gd name="csX2" fmla="*/ 439841 w 879681"/>
                    <a:gd name="csY2" fmla="*/ 369227 h 369226"/>
                    <a:gd name="csX3" fmla="*/ 1 w 879681"/>
                    <a:gd name="csY3" fmla="*/ 184614 h 3692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79681" h="369226">
                      <a:moveTo>
                        <a:pt x="439841" y="1"/>
                      </a:moveTo>
                      <a:lnTo>
                        <a:pt x="879682" y="184614"/>
                      </a:lnTo>
                      <a:lnTo>
                        <a:pt x="439841" y="369227"/>
                      </a:lnTo>
                      <a:lnTo>
                        <a:pt x="1" y="1846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32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Freeform: Shape 213">
                  <a:extLst>
                    <a:ext uri="{FF2B5EF4-FFF2-40B4-BE49-F238E27FC236}">
                      <a16:creationId xmlns:a16="http://schemas.microsoft.com/office/drawing/2014/main" id="{7EFCD6CD-FB67-B687-DBD3-A0500F74A909}"/>
                    </a:ext>
                  </a:extLst>
                </p:cNvPr>
                <p:cNvSpPr/>
                <p:nvPr/>
              </p:nvSpPr>
              <p:spPr>
                <a:xfrm>
                  <a:off x="6369535" y="1226234"/>
                  <a:ext cx="821035" cy="319996"/>
                </a:xfrm>
                <a:custGeom>
                  <a:avLst/>
                  <a:gdLst>
                    <a:gd name="csX0" fmla="*/ 410518 w 821035"/>
                    <a:gd name="csY0" fmla="*/ 1 h 319996"/>
                    <a:gd name="csX1" fmla="*/ 821036 w 821035"/>
                    <a:gd name="csY1" fmla="*/ 159999 h 319996"/>
                    <a:gd name="csX2" fmla="*/ 410518 w 821035"/>
                    <a:gd name="csY2" fmla="*/ 319997 h 319996"/>
                    <a:gd name="csX3" fmla="*/ 1 w 821035"/>
                    <a:gd name="csY3" fmla="*/ 159999 h 3199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21035" h="319996">
                      <a:moveTo>
                        <a:pt x="410518" y="1"/>
                      </a:moveTo>
                      <a:lnTo>
                        <a:pt x="821036" y="159999"/>
                      </a:lnTo>
                      <a:lnTo>
                        <a:pt x="410518" y="319997"/>
                      </a:lnTo>
                      <a:lnTo>
                        <a:pt x="1" y="15999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32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C7E290B3-37CF-3245-66B1-A921EBE1F26A}"/>
                  </a:ext>
                </a:extLst>
              </p:cNvPr>
              <p:cNvSpPr txBox="1"/>
              <p:nvPr/>
            </p:nvSpPr>
            <p:spPr>
              <a:xfrm>
                <a:off x="6605264" y="1295200"/>
                <a:ext cx="339315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Has</a:t>
                </a:r>
              </a:p>
            </p:txBody>
          </p:sp>
        </p:grpSp>
        <p:grpSp>
          <p:nvGrpSpPr>
            <p:cNvPr id="216" name="Graphic 4">
              <a:extLst>
                <a:ext uri="{FF2B5EF4-FFF2-40B4-BE49-F238E27FC236}">
                  <a16:creationId xmlns:a16="http://schemas.microsoft.com/office/drawing/2014/main" id="{6FFCC708-0EDD-53EC-25F4-5F5817EFD981}"/>
                </a:ext>
              </a:extLst>
            </p:cNvPr>
            <p:cNvGrpSpPr/>
            <p:nvPr/>
          </p:nvGrpSpPr>
          <p:grpSpPr>
            <a:xfrm>
              <a:off x="10775272" y="586241"/>
              <a:ext cx="586454" cy="492302"/>
              <a:chOff x="10775272" y="586241"/>
              <a:chExt cx="586454" cy="492302"/>
            </a:xfrm>
          </p:grpSpPr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8BCFC236-0E8D-CC97-7427-368265D313D6}"/>
                  </a:ext>
                </a:extLst>
              </p:cNvPr>
              <p:cNvSpPr/>
              <p:nvPr/>
            </p:nvSpPr>
            <p:spPr>
              <a:xfrm>
                <a:off x="10775272" y="586241"/>
                <a:ext cx="586454" cy="492302"/>
              </a:xfrm>
              <a:custGeom>
                <a:avLst/>
                <a:gdLst>
                  <a:gd name="csX0" fmla="*/ 293228 w 586454"/>
                  <a:gd name="csY0" fmla="*/ 1 h 492302"/>
                  <a:gd name="csX1" fmla="*/ 586455 w 586454"/>
                  <a:gd name="csY1" fmla="*/ 246152 h 492302"/>
                  <a:gd name="csX2" fmla="*/ 293228 w 586454"/>
                  <a:gd name="csY2" fmla="*/ 492303 h 492302"/>
                  <a:gd name="csX3" fmla="*/ 1 w 586454"/>
                  <a:gd name="csY3" fmla="*/ 246152 h 492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454" h="492302">
                    <a:moveTo>
                      <a:pt x="293228" y="1"/>
                    </a:moveTo>
                    <a:lnTo>
                      <a:pt x="586455" y="246152"/>
                    </a:lnTo>
                    <a:lnTo>
                      <a:pt x="293228" y="492303"/>
                    </a:lnTo>
                    <a:lnTo>
                      <a:pt x="1" y="246152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B0EB47B8-B63D-1F33-CBBF-3FA272912525}"/>
                  </a:ext>
                </a:extLst>
              </p:cNvPr>
              <p:cNvSpPr txBox="1"/>
              <p:nvPr/>
            </p:nvSpPr>
            <p:spPr>
              <a:xfrm>
                <a:off x="10798653" y="709317"/>
                <a:ext cx="539692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Performs</a:t>
                </a:r>
              </a:p>
            </p:txBody>
          </p:sp>
        </p:grpSp>
        <p:grpSp>
          <p:nvGrpSpPr>
            <p:cNvPr id="219" name="Graphic 4">
              <a:extLst>
                <a:ext uri="{FF2B5EF4-FFF2-40B4-BE49-F238E27FC236}">
                  <a16:creationId xmlns:a16="http://schemas.microsoft.com/office/drawing/2014/main" id="{31EF7D33-3A54-3B12-B8C5-E766CBE34746}"/>
                </a:ext>
              </a:extLst>
            </p:cNvPr>
            <p:cNvGrpSpPr/>
            <p:nvPr/>
          </p:nvGrpSpPr>
          <p:grpSpPr>
            <a:xfrm>
              <a:off x="7146587" y="804700"/>
              <a:ext cx="3604127" cy="55384"/>
              <a:chOff x="7146587" y="804700"/>
              <a:chExt cx="3604127" cy="55384"/>
            </a:xfrm>
          </p:grpSpPr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CBF56F96-6D4B-B9B3-BFFF-6A1B81E0BD15}"/>
                  </a:ext>
                </a:extLst>
              </p:cNvPr>
              <p:cNvSpPr/>
              <p:nvPr/>
            </p:nvSpPr>
            <p:spPr>
              <a:xfrm>
                <a:off x="7146587" y="832392"/>
                <a:ext cx="3554645" cy="6153"/>
              </a:xfrm>
              <a:custGeom>
                <a:avLst/>
                <a:gdLst>
                  <a:gd name="csX0" fmla="*/ 1 w 3554645"/>
                  <a:gd name="csY0" fmla="*/ 1 h 6153"/>
                  <a:gd name="csX1" fmla="*/ 3554646 w 3554645"/>
                  <a:gd name="csY1" fmla="*/ 1 h 61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54645" h="6153">
                    <a:moveTo>
                      <a:pt x="1" y="1"/>
                    </a:moveTo>
                    <a:lnTo>
                      <a:pt x="3554646" y="1"/>
                    </a:lnTo>
                  </a:path>
                </a:pathLst>
              </a:custGeom>
              <a:noFill/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C0FF2B8F-FD6D-5139-03CE-6E6478F56D10}"/>
                  </a:ext>
                </a:extLst>
              </p:cNvPr>
              <p:cNvSpPr/>
              <p:nvPr/>
            </p:nvSpPr>
            <p:spPr>
              <a:xfrm>
                <a:off x="10684738" y="804700"/>
                <a:ext cx="65976" cy="55384"/>
              </a:xfrm>
              <a:custGeom>
                <a:avLst/>
                <a:gdLst>
                  <a:gd name="csX0" fmla="*/ 65977 w 65976"/>
                  <a:gd name="csY0" fmla="*/ 27693 h 55384"/>
                  <a:gd name="csX1" fmla="*/ 1 w 65976"/>
                  <a:gd name="csY1" fmla="*/ 55385 h 55384"/>
                  <a:gd name="csX2" fmla="*/ 16495 w 65976"/>
                  <a:gd name="csY2" fmla="*/ 27693 h 55384"/>
                  <a:gd name="csX3" fmla="*/ 1 w 65976"/>
                  <a:gd name="csY3" fmla="*/ 1 h 55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976" h="55384">
                    <a:moveTo>
                      <a:pt x="65977" y="27693"/>
                    </a:moveTo>
                    <a:lnTo>
                      <a:pt x="1" y="55385"/>
                    </a:lnTo>
                    <a:lnTo>
                      <a:pt x="16495" y="2769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37131CC1-BD1F-449A-91D0-42C25413F69C}"/>
                </a:ext>
              </a:extLst>
            </p:cNvPr>
            <p:cNvSpPr/>
            <p:nvPr/>
          </p:nvSpPr>
          <p:spPr>
            <a:xfrm>
              <a:off x="6780053" y="401628"/>
              <a:ext cx="7330" cy="307689"/>
            </a:xfrm>
            <a:custGeom>
              <a:avLst/>
              <a:gdLst>
                <a:gd name="csX0" fmla="*/ 1 w 7330"/>
                <a:gd name="csY0" fmla="*/ 1 h 307689"/>
                <a:gd name="csX1" fmla="*/ 1 w 7330"/>
                <a:gd name="csY1" fmla="*/ 307690 h 3076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307689">
                  <a:moveTo>
                    <a:pt x="1" y="1"/>
                  </a:moveTo>
                  <a:lnTo>
                    <a:pt x="1" y="307690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3" name="Graphic 4">
              <a:extLst>
                <a:ext uri="{FF2B5EF4-FFF2-40B4-BE49-F238E27FC236}">
                  <a16:creationId xmlns:a16="http://schemas.microsoft.com/office/drawing/2014/main" id="{A1EC915B-3A1A-5B56-D3B6-D0E2A0278FD0}"/>
                </a:ext>
              </a:extLst>
            </p:cNvPr>
            <p:cNvGrpSpPr/>
            <p:nvPr/>
          </p:nvGrpSpPr>
          <p:grpSpPr>
            <a:xfrm>
              <a:off x="6413519" y="155476"/>
              <a:ext cx="733067" cy="246151"/>
              <a:chOff x="6413519" y="155476"/>
              <a:chExt cx="733067" cy="246151"/>
            </a:xfrm>
          </p:grpSpPr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83C54CB1-80D4-CE8B-A269-D515A47DACEE}"/>
                  </a:ext>
                </a:extLst>
              </p:cNvPr>
              <p:cNvSpPr/>
              <p:nvPr/>
            </p:nvSpPr>
            <p:spPr>
              <a:xfrm>
                <a:off x="6413519" y="155476"/>
                <a:ext cx="733067" cy="246151"/>
              </a:xfrm>
              <a:prstGeom prst="ellipse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9063945A-8531-AB74-58C7-6D86FB6105E9}"/>
                  </a:ext>
                </a:extLst>
              </p:cNvPr>
              <p:cNvSpPr txBox="1"/>
              <p:nvPr/>
            </p:nvSpPr>
            <p:spPr>
              <a:xfrm>
                <a:off x="6382852" y="187520"/>
                <a:ext cx="784138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u="sng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start timestamp</a:t>
                </a:r>
              </a:p>
            </p:txBody>
          </p:sp>
        </p:grpSp>
        <p:grpSp>
          <p:nvGrpSpPr>
            <p:cNvPr id="226" name="Graphic 4">
              <a:extLst>
                <a:ext uri="{FF2B5EF4-FFF2-40B4-BE49-F238E27FC236}">
                  <a16:creationId xmlns:a16="http://schemas.microsoft.com/office/drawing/2014/main" id="{C1DF1E0E-0888-4897-4EB0-0691AA695DDC}"/>
                </a:ext>
              </a:extLst>
            </p:cNvPr>
            <p:cNvGrpSpPr/>
            <p:nvPr/>
          </p:nvGrpSpPr>
          <p:grpSpPr>
            <a:xfrm>
              <a:off x="11174794" y="4275432"/>
              <a:ext cx="439840" cy="184613"/>
              <a:chOff x="11174794" y="4275432"/>
              <a:chExt cx="439840" cy="184613"/>
            </a:xfrm>
          </p:grpSpPr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11656900-2700-55A5-709F-6E2D20DF9EDD}"/>
                  </a:ext>
                </a:extLst>
              </p:cNvPr>
              <p:cNvSpPr/>
              <p:nvPr/>
            </p:nvSpPr>
            <p:spPr>
              <a:xfrm>
                <a:off x="11174794" y="4275432"/>
                <a:ext cx="439840" cy="184613"/>
              </a:xfrm>
              <a:prstGeom prst="rect">
                <a:avLst/>
              </a:prstGeom>
              <a:noFill/>
              <a:ln w="732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62032629-6E41-0999-4E1B-2B1BDE7EC3BD}"/>
                  </a:ext>
                </a:extLst>
              </p:cNvPr>
              <p:cNvSpPr txBox="1"/>
              <p:nvPr/>
            </p:nvSpPr>
            <p:spPr>
              <a:xfrm>
                <a:off x="11118441" y="4236707"/>
                <a:ext cx="549614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Technical</a:t>
                </a:r>
              </a:p>
            </p:txBody>
          </p:sp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1830C7E3-8502-4AF9-A6F9-F180934E530E}"/>
                  </a:ext>
                </a:extLst>
              </p:cNvPr>
              <p:cNvSpPr txBox="1"/>
              <p:nvPr/>
            </p:nvSpPr>
            <p:spPr>
              <a:xfrm>
                <a:off x="11212144" y="4322860"/>
                <a:ext cx="362209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Staff</a:t>
                </a:r>
              </a:p>
            </p:txBody>
          </p:sp>
        </p:grpSp>
        <p:grpSp>
          <p:nvGrpSpPr>
            <p:cNvPr id="230" name="Graphic 4">
              <a:extLst>
                <a:ext uri="{FF2B5EF4-FFF2-40B4-BE49-F238E27FC236}">
                  <a16:creationId xmlns:a16="http://schemas.microsoft.com/office/drawing/2014/main" id="{A5BDC417-CE59-6FA5-C7EE-3874E00F176B}"/>
                </a:ext>
              </a:extLst>
            </p:cNvPr>
            <p:cNvGrpSpPr/>
            <p:nvPr/>
          </p:nvGrpSpPr>
          <p:grpSpPr>
            <a:xfrm>
              <a:off x="4287623" y="1912381"/>
              <a:ext cx="488589" cy="55384"/>
              <a:chOff x="4287623" y="1912381"/>
              <a:chExt cx="488589" cy="55384"/>
            </a:xfrm>
          </p:grpSpPr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8A9351B1-C07A-D23A-4136-1FB703B53686}"/>
                  </a:ext>
                </a:extLst>
              </p:cNvPr>
              <p:cNvSpPr/>
              <p:nvPr/>
            </p:nvSpPr>
            <p:spPr>
              <a:xfrm>
                <a:off x="4287623" y="1940073"/>
                <a:ext cx="439107" cy="6153"/>
              </a:xfrm>
              <a:custGeom>
                <a:avLst/>
                <a:gdLst>
                  <a:gd name="csX0" fmla="*/ 1 w 439107"/>
                  <a:gd name="csY0" fmla="*/ 1 h 6153"/>
                  <a:gd name="csX1" fmla="*/ 439108 w 439107"/>
                  <a:gd name="csY1" fmla="*/ 1 h 61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9107" h="6153">
                    <a:moveTo>
                      <a:pt x="1" y="1"/>
                    </a:moveTo>
                    <a:lnTo>
                      <a:pt x="439108" y="1"/>
                    </a:lnTo>
                  </a:path>
                </a:pathLst>
              </a:custGeom>
              <a:noFill/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415A8B10-BF02-07D3-F2F0-19584CCF4524}"/>
                  </a:ext>
                </a:extLst>
              </p:cNvPr>
              <p:cNvSpPr/>
              <p:nvPr/>
            </p:nvSpPr>
            <p:spPr>
              <a:xfrm>
                <a:off x="4710236" y="1912381"/>
                <a:ext cx="65976" cy="55384"/>
              </a:xfrm>
              <a:custGeom>
                <a:avLst/>
                <a:gdLst>
                  <a:gd name="csX0" fmla="*/ 65977 w 65976"/>
                  <a:gd name="csY0" fmla="*/ 27693 h 55384"/>
                  <a:gd name="csX1" fmla="*/ 1 w 65976"/>
                  <a:gd name="csY1" fmla="*/ 55385 h 55384"/>
                  <a:gd name="csX2" fmla="*/ 16495 w 65976"/>
                  <a:gd name="csY2" fmla="*/ 27693 h 55384"/>
                  <a:gd name="csX3" fmla="*/ 1 w 65976"/>
                  <a:gd name="csY3" fmla="*/ 1 h 55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976" h="55384">
                    <a:moveTo>
                      <a:pt x="65977" y="27693"/>
                    </a:moveTo>
                    <a:lnTo>
                      <a:pt x="1" y="55385"/>
                    </a:lnTo>
                    <a:lnTo>
                      <a:pt x="16495" y="2769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219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4AC8CB5D-A668-9D0A-F58E-4F7C916E1F1A}"/>
                </a:ext>
              </a:extLst>
            </p:cNvPr>
            <p:cNvSpPr/>
            <p:nvPr/>
          </p:nvSpPr>
          <p:spPr>
            <a:xfrm>
              <a:off x="3921089" y="1570846"/>
              <a:ext cx="7330" cy="246151"/>
            </a:xfrm>
            <a:custGeom>
              <a:avLst/>
              <a:gdLst>
                <a:gd name="csX0" fmla="*/ 1 w 7330"/>
                <a:gd name="csY0" fmla="*/ 246152 h 246151"/>
                <a:gd name="csX1" fmla="*/ 1 w 7330"/>
                <a:gd name="csY1" fmla="*/ 1 h 246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246151">
                  <a:moveTo>
                    <a:pt x="1" y="246152"/>
                  </a:move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4" name="Graphic 4">
              <a:extLst>
                <a:ext uri="{FF2B5EF4-FFF2-40B4-BE49-F238E27FC236}">
                  <a16:creationId xmlns:a16="http://schemas.microsoft.com/office/drawing/2014/main" id="{5579A481-85E9-7C3F-F8D0-98D797F6471B}"/>
                </a:ext>
              </a:extLst>
            </p:cNvPr>
            <p:cNvGrpSpPr/>
            <p:nvPr/>
          </p:nvGrpSpPr>
          <p:grpSpPr>
            <a:xfrm>
              <a:off x="3554555" y="1816997"/>
              <a:ext cx="733067" cy="246151"/>
              <a:chOff x="3554555" y="1816997"/>
              <a:chExt cx="733067" cy="246151"/>
            </a:xfrm>
          </p:grpSpPr>
          <p:grpSp>
            <p:nvGrpSpPr>
              <p:cNvPr id="235" name="Graphic 4">
                <a:extLst>
                  <a:ext uri="{FF2B5EF4-FFF2-40B4-BE49-F238E27FC236}">
                    <a16:creationId xmlns:a16="http://schemas.microsoft.com/office/drawing/2014/main" id="{9365B28D-AF87-3460-396A-DB1501CA5FE5}"/>
                  </a:ext>
                </a:extLst>
              </p:cNvPr>
              <p:cNvGrpSpPr/>
              <p:nvPr/>
            </p:nvGrpSpPr>
            <p:grpSpPr>
              <a:xfrm>
                <a:off x="3554555" y="1816997"/>
                <a:ext cx="733067" cy="246151"/>
                <a:chOff x="3554555" y="1816997"/>
                <a:chExt cx="733067" cy="246151"/>
              </a:xfrm>
              <a:solidFill>
                <a:srgbClr val="FFFFFF"/>
              </a:solidFill>
            </p:grpSpPr>
            <p:sp>
              <p:nvSpPr>
                <p:cNvPr id="236" name="Rectangle 235">
                  <a:extLst>
                    <a:ext uri="{FF2B5EF4-FFF2-40B4-BE49-F238E27FC236}">
                      <a16:creationId xmlns:a16="http://schemas.microsoft.com/office/drawing/2014/main" id="{169B778A-4605-5ECC-0CE7-4D5B82D41171}"/>
                    </a:ext>
                  </a:extLst>
                </p:cNvPr>
                <p:cNvSpPr/>
                <p:nvPr/>
              </p:nvSpPr>
              <p:spPr>
                <a:xfrm>
                  <a:off x="3554555" y="1816997"/>
                  <a:ext cx="733067" cy="246151"/>
                </a:xfrm>
                <a:prstGeom prst="rect">
                  <a:avLst/>
                </a:prstGeom>
                <a:solidFill>
                  <a:srgbClr val="FFFFFF"/>
                </a:solidFill>
                <a:ln w="732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Rectangle 236">
                  <a:extLst>
                    <a:ext uri="{FF2B5EF4-FFF2-40B4-BE49-F238E27FC236}">
                      <a16:creationId xmlns:a16="http://schemas.microsoft.com/office/drawing/2014/main" id="{926C99A4-5092-0194-37B4-8969D0603297}"/>
                    </a:ext>
                  </a:extLst>
                </p:cNvPr>
                <p:cNvSpPr/>
                <p:nvPr/>
              </p:nvSpPr>
              <p:spPr>
                <a:xfrm>
                  <a:off x="3591208" y="1847766"/>
                  <a:ext cx="659761" cy="184613"/>
                </a:xfrm>
                <a:prstGeom prst="rect">
                  <a:avLst/>
                </a:prstGeom>
                <a:solidFill>
                  <a:srgbClr val="FFFFFF"/>
                </a:solidFill>
                <a:ln w="732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6572F942-224D-2971-FD18-84DD09367FE4}"/>
                  </a:ext>
                </a:extLst>
              </p:cNvPr>
              <p:cNvSpPr txBox="1"/>
              <p:nvPr/>
            </p:nvSpPr>
            <p:spPr>
              <a:xfrm>
                <a:off x="3614261" y="1805964"/>
                <a:ext cx="603391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Calibration</a:t>
                </a:r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70A6FF7E-5DC2-CA75-F560-5C6DDA1DBBAD}"/>
                  </a:ext>
                </a:extLst>
              </p:cNvPr>
              <p:cNvSpPr txBox="1"/>
              <p:nvPr/>
            </p:nvSpPr>
            <p:spPr>
              <a:xfrm>
                <a:off x="3699845" y="1892117"/>
                <a:ext cx="432223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record</a:t>
                </a:r>
              </a:p>
            </p:txBody>
          </p:sp>
        </p:grpSp>
        <p:grpSp>
          <p:nvGrpSpPr>
            <p:cNvPr id="240" name="Graphic 4">
              <a:extLst>
                <a:ext uri="{FF2B5EF4-FFF2-40B4-BE49-F238E27FC236}">
                  <a16:creationId xmlns:a16="http://schemas.microsoft.com/office/drawing/2014/main" id="{3BA4033C-8577-23D4-D313-202DCC17BC9D}"/>
                </a:ext>
              </a:extLst>
            </p:cNvPr>
            <p:cNvGrpSpPr/>
            <p:nvPr/>
          </p:nvGrpSpPr>
          <p:grpSpPr>
            <a:xfrm>
              <a:off x="4800770" y="1755459"/>
              <a:ext cx="879681" cy="369226"/>
              <a:chOff x="4800770" y="1755459"/>
              <a:chExt cx="879681" cy="369226"/>
            </a:xfrm>
          </p:grpSpPr>
          <p:grpSp>
            <p:nvGrpSpPr>
              <p:cNvPr id="241" name="Graphic 4">
                <a:extLst>
                  <a:ext uri="{FF2B5EF4-FFF2-40B4-BE49-F238E27FC236}">
                    <a16:creationId xmlns:a16="http://schemas.microsoft.com/office/drawing/2014/main" id="{0B1CAFCA-D935-269C-F12E-9F356B345698}"/>
                  </a:ext>
                </a:extLst>
              </p:cNvPr>
              <p:cNvGrpSpPr/>
              <p:nvPr/>
            </p:nvGrpSpPr>
            <p:grpSpPr>
              <a:xfrm>
                <a:off x="4800770" y="1755459"/>
                <a:ext cx="879681" cy="369226"/>
                <a:chOff x="4800770" y="1755459"/>
                <a:chExt cx="879681" cy="369226"/>
              </a:xfrm>
              <a:solidFill>
                <a:srgbClr val="FFFFFF"/>
              </a:solidFill>
            </p:grpSpPr>
            <p:sp>
              <p:nvSpPr>
                <p:cNvPr id="242" name="Freeform: Shape 241">
                  <a:extLst>
                    <a:ext uri="{FF2B5EF4-FFF2-40B4-BE49-F238E27FC236}">
                      <a16:creationId xmlns:a16="http://schemas.microsoft.com/office/drawing/2014/main" id="{2B76349D-68AB-6499-F0EE-2DD9BF32F07B}"/>
                    </a:ext>
                  </a:extLst>
                </p:cNvPr>
                <p:cNvSpPr/>
                <p:nvPr/>
              </p:nvSpPr>
              <p:spPr>
                <a:xfrm>
                  <a:off x="4800770" y="1755459"/>
                  <a:ext cx="879681" cy="369226"/>
                </a:xfrm>
                <a:custGeom>
                  <a:avLst/>
                  <a:gdLst>
                    <a:gd name="csX0" fmla="*/ 439841 w 879681"/>
                    <a:gd name="csY0" fmla="*/ 1 h 369226"/>
                    <a:gd name="csX1" fmla="*/ 879682 w 879681"/>
                    <a:gd name="csY1" fmla="*/ 184614 h 369226"/>
                    <a:gd name="csX2" fmla="*/ 439841 w 879681"/>
                    <a:gd name="csY2" fmla="*/ 369227 h 369226"/>
                    <a:gd name="csX3" fmla="*/ 1 w 879681"/>
                    <a:gd name="csY3" fmla="*/ 184614 h 3692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79681" h="369226">
                      <a:moveTo>
                        <a:pt x="439841" y="1"/>
                      </a:moveTo>
                      <a:lnTo>
                        <a:pt x="879682" y="184614"/>
                      </a:lnTo>
                      <a:lnTo>
                        <a:pt x="439841" y="369227"/>
                      </a:lnTo>
                      <a:lnTo>
                        <a:pt x="1" y="1846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32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17019249-950F-DC46-6E35-E8F7CA1E73C5}"/>
                    </a:ext>
                  </a:extLst>
                </p:cNvPr>
                <p:cNvSpPr/>
                <p:nvPr/>
              </p:nvSpPr>
              <p:spPr>
                <a:xfrm>
                  <a:off x="4830093" y="1780074"/>
                  <a:ext cx="821035" cy="319996"/>
                </a:xfrm>
                <a:custGeom>
                  <a:avLst/>
                  <a:gdLst>
                    <a:gd name="csX0" fmla="*/ 410518 w 821035"/>
                    <a:gd name="csY0" fmla="*/ 1 h 319996"/>
                    <a:gd name="csX1" fmla="*/ 821036 w 821035"/>
                    <a:gd name="csY1" fmla="*/ 159999 h 319996"/>
                    <a:gd name="csX2" fmla="*/ 410518 w 821035"/>
                    <a:gd name="csY2" fmla="*/ 319997 h 319996"/>
                    <a:gd name="csX3" fmla="*/ 1 w 821035"/>
                    <a:gd name="csY3" fmla="*/ 159999 h 3199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21035" h="319996">
                      <a:moveTo>
                        <a:pt x="410518" y="1"/>
                      </a:moveTo>
                      <a:lnTo>
                        <a:pt x="821036" y="159999"/>
                      </a:lnTo>
                      <a:lnTo>
                        <a:pt x="410518" y="319997"/>
                      </a:lnTo>
                      <a:lnTo>
                        <a:pt x="1" y="15999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32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F500D118-EE5B-04E9-6553-A2BA93C353EE}"/>
                  </a:ext>
                </a:extLst>
              </p:cNvPr>
              <p:cNvSpPr txBox="1"/>
              <p:nvPr/>
            </p:nvSpPr>
            <p:spPr>
              <a:xfrm>
                <a:off x="4936189" y="1849041"/>
                <a:ext cx="598580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Belongs to</a:t>
                </a:r>
              </a:p>
            </p:txBody>
          </p:sp>
        </p:grpSp>
        <p:grpSp>
          <p:nvGrpSpPr>
            <p:cNvPr id="245" name="Graphic 4">
              <a:extLst>
                <a:ext uri="{FF2B5EF4-FFF2-40B4-BE49-F238E27FC236}">
                  <a16:creationId xmlns:a16="http://schemas.microsoft.com/office/drawing/2014/main" id="{7D5D1246-290D-A6AC-A5EF-F4404B2E1E9A}"/>
                </a:ext>
              </a:extLst>
            </p:cNvPr>
            <p:cNvGrpSpPr/>
            <p:nvPr/>
          </p:nvGrpSpPr>
          <p:grpSpPr>
            <a:xfrm>
              <a:off x="3554555" y="1324695"/>
              <a:ext cx="733067" cy="246151"/>
              <a:chOff x="3554555" y="1324695"/>
              <a:chExt cx="733067" cy="246151"/>
            </a:xfrm>
          </p:grpSpPr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6E812908-FB05-2CBA-175D-87D82E747A4D}"/>
                  </a:ext>
                </a:extLst>
              </p:cNvPr>
              <p:cNvSpPr/>
              <p:nvPr/>
            </p:nvSpPr>
            <p:spPr>
              <a:xfrm>
                <a:off x="3554555" y="1324695"/>
                <a:ext cx="733067" cy="246151"/>
              </a:xfrm>
              <a:prstGeom prst="ellipse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8E8BECC1-4A67-51DA-A5AB-27F641CAD918}"/>
                  </a:ext>
                </a:extLst>
              </p:cNvPr>
              <p:cNvSpPr txBox="1"/>
              <p:nvPr/>
            </p:nvSpPr>
            <p:spPr>
              <a:xfrm>
                <a:off x="3526207" y="1356738"/>
                <a:ext cx="779499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u="sng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calibration date</a:t>
                </a:r>
              </a:p>
            </p:txBody>
          </p:sp>
        </p:grp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C0E6BCB6-3AF8-CD00-7BB5-B57E792E9678}"/>
                </a:ext>
              </a:extLst>
            </p:cNvPr>
            <p:cNvSpPr/>
            <p:nvPr/>
          </p:nvSpPr>
          <p:spPr>
            <a:xfrm>
              <a:off x="3407941" y="6186181"/>
              <a:ext cx="1319522" cy="123075"/>
            </a:xfrm>
            <a:custGeom>
              <a:avLst/>
              <a:gdLst>
                <a:gd name="csX0" fmla="*/ 1 w 1319522"/>
                <a:gd name="csY0" fmla="*/ 123076 h 123075"/>
                <a:gd name="csX1" fmla="*/ 1319523 w 1319522"/>
                <a:gd name="csY1" fmla="*/ 123076 h 123075"/>
                <a:gd name="csX2" fmla="*/ 1319523 w 1319522"/>
                <a:gd name="csY2" fmla="*/ 1 h 123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319522" h="123075">
                  <a:moveTo>
                    <a:pt x="1" y="123076"/>
                  </a:moveTo>
                  <a:lnTo>
                    <a:pt x="1319523" y="123076"/>
                  </a:lnTo>
                  <a:lnTo>
                    <a:pt x="1319523" y="1"/>
                  </a:lnTo>
                </a:path>
              </a:pathLst>
            </a:custGeom>
            <a:noFill/>
            <a:ln w="2198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8ED2563-98A3-F455-7B0F-97A924C60F47}"/>
                </a:ext>
              </a:extLst>
            </p:cNvPr>
            <p:cNvSpPr/>
            <p:nvPr/>
          </p:nvSpPr>
          <p:spPr>
            <a:xfrm>
              <a:off x="3041407" y="5693879"/>
              <a:ext cx="7330" cy="492302"/>
            </a:xfrm>
            <a:custGeom>
              <a:avLst/>
              <a:gdLst>
                <a:gd name="csX0" fmla="*/ 1 w 7330"/>
                <a:gd name="csY0" fmla="*/ 492303 h 492302"/>
                <a:gd name="csX1" fmla="*/ 1 w 7330"/>
                <a:gd name="csY1" fmla="*/ 246152 h 492302"/>
                <a:gd name="csX2" fmla="*/ 1 w 7330"/>
                <a:gd name="csY2" fmla="*/ 1 h 492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330" h="492302">
                  <a:moveTo>
                    <a:pt x="1" y="492303"/>
                  </a:moveTo>
                  <a:lnTo>
                    <a:pt x="1" y="246152"/>
                  </a:lnTo>
                  <a:lnTo>
                    <a:pt x="1" y="1"/>
                  </a:lnTo>
                </a:path>
              </a:pathLst>
            </a:custGeom>
            <a:noFill/>
            <a:ln w="2198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E5D795E0-2B09-E557-3FBE-4E81A55C42B5}"/>
                </a:ext>
              </a:extLst>
            </p:cNvPr>
            <p:cNvSpPr/>
            <p:nvPr/>
          </p:nvSpPr>
          <p:spPr>
            <a:xfrm>
              <a:off x="3407941" y="6432332"/>
              <a:ext cx="1612749" cy="246151"/>
            </a:xfrm>
            <a:custGeom>
              <a:avLst/>
              <a:gdLst>
                <a:gd name="csX0" fmla="*/ 1 w 1612749"/>
                <a:gd name="csY0" fmla="*/ 1 h 246151"/>
                <a:gd name="csX1" fmla="*/ 1 w 1612749"/>
                <a:gd name="csY1" fmla="*/ 246152 h 246151"/>
                <a:gd name="csX2" fmla="*/ 1612750 w 1612749"/>
                <a:gd name="csY2" fmla="*/ 246152 h 246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12749" h="246151">
                  <a:moveTo>
                    <a:pt x="1" y="1"/>
                  </a:moveTo>
                  <a:lnTo>
                    <a:pt x="1" y="246152"/>
                  </a:lnTo>
                  <a:lnTo>
                    <a:pt x="1612750" y="246152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1" name="Graphic 4">
              <a:extLst>
                <a:ext uri="{FF2B5EF4-FFF2-40B4-BE49-F238E27FC236}">
                  <a16:creationId xmlns:a16="http://schemas.microsoft.com/office/drawing/2014/main" id="{214637FA-23A6-B339-0A2B-41E13E522134}"/>
                </a:ext>
              </a:extLst>
            </p:cNvPr>
            <p:cNvGrpSpPr/>
            <p:nvPr/>
          </p:nvGrpSpPr>
          <p:grpSpPr>
            <a:xfrm>
              <a:off x="2674873" y="6186181"/>
              <a:ext cx="733067" cy="246151"/>
              <a:chOff x="2674873" y="6186181"/>
              <a:chExt cx="733067" cy="246151"/>
            </a:xfrm>
          </p:grpSpPr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81FA8438-8F92-13AD-EA06-897707988F87}"/>
                  </a:ext>
                </a:extLst>
              </p:cNvPr>
              <p:cNvSpPr/>
              <p:nvPr/>
            </p:nvSpPr>
            <p:spPr>
              <a:xfrm>
                <a:off x="2674873" y="6186181"/>
                <a:ext cx="733067" cy="246151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F0EA17A-638D-0C1B-E022-E67943EDE6D8}"/>
                  </a:ext>
                </a:extLst>
              </p:cNvPr>
              <p:cNvSpPr txBox="1"/>
              <p:nvPr/>
            </p:nvSpPr>
            <p:spPr>
              <a:xfrm>
                <a:off x="2661259" y="6218225"/>
                <a:ext cx="750033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Consummable</a:t>
                </a:r>
              </a:p>
            </p:txBody>
          </p:sp>
        </p:grp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A2336F7-3841-A375-43A6-FB8CCBD49CDB}"/>
                </a:ext>
              </a:extLst>
            </p:cNvPr>
            <p:cNvSpPr/>
            <p:nvPr/>
          </p:nvSpPr>
          <p:spPr>
            <a:xfrm>
              <a:off x="5167304" y="6001568"/>
              <a:ext cx="366533" cy="6153"/>
            </a:xfrm>
            <a:custGeom>
              <a:avLst/>
              <a:gdLst>
                <a:gd name="csX0" fmla="*/ 366534 w 366533"/>
                <a:gd name="csY0" fmla="*/ 1 h 6153"/>
                <a:gd name="csX1" fmla="*/ 1 w 366533"/>
                <a:gd name="csY1" fmla="*/ 1 h 6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6533" h="6153">
                  <a:moveTo>
                    <a:pt x="366534" y="1"/>
                  </a:move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5" name="Graphic 4">
              <a:extLst>
                <a:ext uri="{FF2B5EF4-FFF2-40B4-BE49-F238E27FC236}">
                  <a16:creationId xmlns:a16="http://schemas.microsoft.com/office/drawing/2014/main" id="{66707B5F-5D94-1D2A-3141-31C6D00A8C8A}"/>
                </a:ext>
              </a:extLst>
            </p:cNvPr>
            <p:cNvGrpSpPr/>
            <p:nvPr/>
          </p:nvGrpSpPr>
          <p:grpSpPr>
            <a:xfrm>
              <a:off x="5533838" y="5878492"/>
              <a:ext cx="733067" cy="246151"/>
              <a:chOff x="5533838" y="5878492"/>
              <a:chExt cx="733067" cy="246151"/>
            </a:xfrm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FA23CC90-8446-E095-A562-CC43F62B0933}"/>
                  </a:ext>
                </a:extLst>
              </p:cNvPr>
              <p:cNvSpPr/>
              <p:nvPr/>
            </p:nvSpPr>
            <p:spPr>
              <a:xfrm>
                <a:off x="5533838" y="5878492"/>
                <a:ext cx="733067" cy="246151"/>
              </a:xfrm>
              <a:prstGeom prst="rect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AF93113C-3619-D9EF-C34A-F63CE505CC2F}"/>
                  </a:ext>
                </a:extLst>
              </p:cNvPr>
              <p:cNvSpPr txBox="1"/>
              <p:nvPr/>
            </p:nvSpPr>
            <p:spPr>
              <a:xfrm>
                <a:off x="5642425" y="5910536"/>
                <a:ext cx="505630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Supplier</a:t>
                </a:r>
              </a:p>
            </p:txBody>
          </p:sp>
        </p:grp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A2E85E19-41F5-3B27-8ABD-046A3974AB58}"/>
                </a:ext>
              </a:extLst>
            </p:cNvPr>
            <p:cNvSpPr/>
            <p:nvPr/>
          </p:nvSpPr>
          <p:spPr>
            <a:xfrm>
              <a:off x="4947384" y="5632341"/>
              <a:ext cx="7330" cy="276920"/>
            </a:xfrm>
            <a:custGeom>
              <a:avLst/>
              <a:gdLst>
                <a:gd name="csX0" fmla="*/ 1 w 7330"/>
                <a:gd name="csY0" fmla="*/ 276921 h 276920"/>
                <a:gd name="csX1" fmla="*/ 1 w 7330"/>
                <a:gd name="csY1" fmla="*/ 61538 h 276920"/>
                <a:gd name="csX2" fmla="*/ 1 w 7330"/>
                <a:gd name="csY2" fmla="*/ 123076 h 276920"/>
                <a:gd name="csX3" fmla="*/ 1 w 7330"/>
                <a:gd name="csY3" fmla="*/ 1 h 2769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330" h="276920">
                  <a:moveTo>
                    <a:pt x="1" y="276921"/>
                  </a:moveTo>
                  <a:lnTo>
                    <a:pt x="1" y="61538"/>
                  </a:lnTo>
                  <a:lnTo>
                    <a:pt x="1" y="123076"/>
                  </a:ln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9" name="Graphic 4">
              <a:extLst>
                <a:ext uri="{FF2B5EF4-FFF2-40B4-BE49-F238E27FC236}">
                  <a16:creationId xmlns:a16="http://schemas.microsoft.com/office/drawing/2014/main" id="{CC9ED89B-2A01-4E54-47F3-AB33BF154881}"/>
                </a:ext>
              </a:extLst>
            </p:cNvPr>
            <p:cNvGrpSpPr/>
            <p:nvPr/>
          </p:nvGrpSpPr>
          <p:grpSpPr>
            <a:xfrm>
              <a:off x="4287623" y="5816954"/>
              <a:ext cx="879681" cy="369226"/>
              <a:chOff x="4287623" y="5816954"/>
              <a:chExt cx="879681" cy="369226"/>
            </a:xfrm>
          </p:grpSpPr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127BC045-C1B1-7DF4-4C3C-FB6C20376C5F}"/>
                  </a:ext>
                </a:extLst>
              </p:cNvPr>
              <p:cNvSpPr/>
              <p:nvPr/>
            </p:nvSpPr>
            <p:spPr>
              <a:xfrm>
                <a:off x="4287623" y="5816954"/>
                <a:ext cx="879681" cy="369226"/>
              </a:xfrm>
              <a:custGeom>
                <a:avLst/>
                <a:gdLst>
                  <a:gd name="csX0" fmla="*/ 439841 w 879681"/>
                  <a:gd name="csY0" fmla="*/ 1 h 369226"/>
                  <a:gd name="csX1" fmla="*/ 879682 w 879681"/>
                  <a:gd name="csY1" fmla="*/ 184614 h 369226"/>
                  <a:gd name="csX2" fmla="*/ 439841 w 879681"/>
                  <a:gd name="csY2" fmla="*/ 369227 h 369226"/>
                  <a:gd name="csX3" fmla="*/ 1 w 879681"/>
                  <a:gd name="csY3" fmla="*/ 184614 h 3692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79681" h="369226">
                    <a:moveTo>
                      <a:pt x="439841" y="1"/>
                    </a:moveTo>
                    <a:lnTo>
                      <a:pt x="879682" y="184614"/>
                    </a:lnTo>
                    <a:lnTo>
                      <a:pt x="439841" y="369227"/>
                    </a:lnTo>
                    <a:lnTo>
                      <a:pt x="1" y="184614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E4820BF7-8433-51A9-00A1-62D1F925E95C}"/>
                  </a:ext>
                </a:extLst>
              </p:cNvPr>
              <p:cNvSpPr txBox="1"/>
              <p:nvPr/>
            </p:nvSpPr>
            <p:spPr>
              <a:xfrm>
                <a:off x="4232350" y="5910536"/>
                <a:ext cx="979962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Supply Arrangement</a:t>
                </a:r>
              </a:p>
            </p:txBody>
          </p:sp>
        </p:grpSp>
        <p:grpSp>
          <p:nvGrpSpPr>
            <p:cNvPr id="262" name="Graphic 4">
              <a:extLst>
                <a:ext uri="{FF2B5EF4-FFF2-40B4-BE49-F238E27FC236}">
                  <a16:creationId xmlns:a16="http://schemas.microsoft.com/office/drawing/2014/main" id="{FD803204-B478-264F-58BF-AA10B33C2BEB}"/>
                </a:ext>
              </a:extLst>
            </p:cNvPr>
            <p:cNvGrpSpPr/>
            <p:nvPr/>
          </p:nvGrpSpPr>
          <p:grpSpPr>
            <a:xfrm>
              <a:off x="4580850" y="5386190"/>
              <a:ext cx="733067" cy="246151"/>
              <a:chOff x="4580850" y="5386190"/>
              <a:chExt cx="733067" cy="246151"/>
            </a:xfrm>
          </p:grpSpPr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7A438AA5-4DB0-CBFA-3A02-25E97A30B526}"/>
                  </a:ext>
                </a:extLst>
              </p:cNvPr>
              <p:cNvSpPr/>
              <p:nvPr/>
            </p:nvSpPr>
            <p:spPr>
              <a:xfrm>
                <a:off x="4580850" y="5386190"/>
                <a:ext cx="733067" cy="246151"/>
              </a:xfrm>
              <a:prstGeom prst="ellipse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6FE7C722-E27D-BA40-9381-59E6BE544774}"/>
                  </a:ext>
                </a:extLst>
              </p:cNvPr>
              <p:cNvSpPr txBox="1"/>
              <p:nvPr/>
            </p:nvSpPr>
            <p:spPr>
              <a:xfrm>
                <a:off x="4687010" y="5418233"/>
                <a:ext cx="510483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Quantity</a:t>
                </a:r>
              </a:p>
            </p:txBody>
          </p:sp>
        </p:grp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9B945284-0FA3-69B7-0BF9-95A7747E51BC}"/>
                </a:ext>
              </a:extLst>
            </p:cNvPr>
            <p:cNvSpPr/>
            <p:nvPr/>
          </p:nvSpPr>
          <p:spPr>
            <a:xfrm>
              <a:off x="2821487" y="5601572"/>
              <a:ext cx="7330" cy="153844"/>
            </a:xfrm>
            <a:custGeom>
              <a:avLst/>
              <a:gdLst>
                <a:gd name="csX0" fmla="*/ 1 w 7330"/>
                <a:gd name="csY0" fmla="*/ 1 h 153844"/>
                <a:gd name="csX1" fmla="*/ 1 w 7330"/>
                <a:gd name="csY1" fmla="*/ 153845 h 153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153844">
                  <a:moveTo>
                    <a:pt x="1" y="1"/>
                  </a:moveTo>
                  <a:lnTo>
                    <a:pt x="1" y="153845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" name="Graphic 4">
              <a:extLst>
                <a:ext uri="{FF2B5EF4-FFF2-40B4-BE49-F238E27FC236}">
                  <a16:creationId xmlns:a16="http://schemas.microsoft.com/office/drawing/2014/main" id="{DF936B99-F004-CBD3-7F90-F867B4103174}"/>
                </a:ext>
              </a:extLst>
            </p:cNvPr>
            <p:cNvGrpSpPr/>
            <p:nvPr/>
          </p:nvGrpSpPr>
          <p:grpSpPr>
            <a:xfrm>
              <a:off x="2601567" y="5324652"/>
              <a:ext cx="879681" cy="369226"/>
              <a:chOff x="2601567" y="5324652"/>
              <a:chExt cx="879681" cy="369226"/>
            </a:xfrm>
          </p:grpSpPr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DBDF8DD6-5186-760C-D4D3-5630D3513410}"/>
                  </a:ext>
                </a:extLst>
              </p:cNvPr>
              <p:cNvSpPr/>
              <p:nvPr/>
            </p:nvSpPr>
            <p:spPr>
              <a:xfrm>
                <a:off x="2601567" y="5324652"/>
                <a:ext cx="879681" cy="369226"/>
              </a:xfrm>
              <a:custGeom>
                <a:avLst/>
                <a:gdLst>
                  <a:gd name="csX0" fmla="*/ 439841 w 879681"/>
                  <a:gd name="csY0" fmla="*/ 1 h 369226"/>
                  <a:gd name="csX1" fmla="*/ 879682 w 879681"/>
                  <a:gd name="csY1" fmla="*/ 184614 h 369226"/>
                  <a:gd name="csX2" fmla="*/ 439841 w 879681"/>
                  <a:gd name="csY2" fmla="*/ 369227 h 369226"/>
                  <a:gd name="csX3" fmla="*/ 1 w 879681"/>
                  <a:gd name="csY3" fmla="*/ 184614 h 3692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79681" h="369226">
                    <a:moveTo>
                      <a:pt x="439841" y="1"/>
                    </a:moveTo>
                    <a:lnTo>
                      <a:pt x="879682" y="184614"/>
                    </a:lnTo>
                    <a:lnTo>
                      <a:pt x="439841" y="369227"/>
                    </a:lnTo>
                    <a:lnTo>
                      <a:pt x="1" y="184614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DDD0B372-9019-CEA3-4208-BACF50AEF614}"/>
                  </a:ext>
                </a:extLst>
              </p:cNvPr>
              <p:cNvSpPr txBox="1"/>
              <p:nvPr/>
            </p:nvSpPr>
            <p:spPr>
              <a:xfrm>
                <a:off x="2812841" y="5418233"/>
                <a:ext cx="446870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Stocks</a:t>
                </a:r>
              </a:p>
            </p:txBody>
          </p:sp>
        </p:grpSp>
        <p:grpSp>
          <p:nvGrpSpPr>
            <p:cNvPr id="269" name="Graphic 4">
              <a:extLst>
                <a:ext uri="{FF2B5EF4-FFF2-40B4-BE49-F238E27FC236}">
                  <a16:creationId xmlns:a16="http://schemas.microsoft.com/office/drawing/2014/main" id="{2E50F03D-8101-CAC1-CB29-3D3A15E5CACE}"/>
                </a:ext>
              </a:extLst>
            </p:cNvPr>
            <p:cNvGrpSpPr/>
            <p:nvPr/>
          </p:nvGrpSpPr>
          <p:grpSpPr>
            <a:xfrm>
              <a:off x="2601567" y="5728566"/>
              <a:ext cx="439840" cy="168652"/>
              <a:chOff x="2601567" y="5728566"/>
              <a:chExt cx="439840" cy="168652"/>
            </a:xfrm>
          </p:grpSpPr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2BA4FAB0-F1F3-8E60-4538-F177F995862D}"/>
                  </a:ext>
                </a:extLst>
              </p:cNvPr>
              <p:cNvSpPr/>
              <p:nvPr/>
            </p:nvSpPr>
            <p:spPr>
              <a:xfrm>
                <a:off x="2601567" y="5755417"/>
                <a:ext cx="439840" cy="123075"/>
              </a:xfrm>
              <a:prstGeom prst="ellipse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F0A0766B-DE39-E2B7-CEB0-E134EE52F9A8}"/>
                  </a:ext>
                </a:extLst>
              </p:cNvPr>
              <p:cNvSpPr txBox="1"/>
              <p:nvPr/>
            </p:nvSpPr>
            <p:spPr>
              <a:xfrm>
                <a:off x="2614912" y="5682846"/>
                <a:ext cx="402886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Stock</a:t>
                </a:r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3DA410DC-CFAB-4F7B-28B7-03E58B253B4D}"/>
                  </a:ext>
                </a:extLst>
              </p:cNvPr>
              <p:cNvSpPr txBox="1"/>
              <p:nvPr/>
            </p:nvSpPr>
            <p:spPr>
              <a:xfrm>
                <a:off x="2561113" y="5768999"/>
                <a:ext cx="510483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Quantity</a:t>
                </a:r>
              </a:p>
            </p:txBody>
          </p:sp>
        </p:grp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A9FC043D-14A4-5D1A-111A-48D2DDA2C2EB}"/>
                </a:ext>
              </a:extLst>
            </p:cNvPr>
            <p:cNvSpPr/>
            <p:nvPr/>
          </p:nvSpPr>
          <p:spPr>
            <a:xfrm>
              <a:off x="3041407" y="6555408"/>
              <a:ext cx="7330" cy="430764"/>
            </a:xfrm>
            <a:custGeom>
              <a:avLst/>
              <a:gdLst>
                <a:gd name="csX0" fmla="*/ 1 w 7330"/>
                <a:gd name="csY0" fmla="*/ 430765 h 430764"/>
                <a:gd name="csX1" fmla="*/ 1 w 7330"/>
                <a:gd name="csY1" fmla="*/ 1 h 43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30" h="430764">
                  <a:moveTo>
                    <a:pt x="1" y="430765"/>
                  </a:move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02668616-18E9-C37F-0F9A-C4B5B3678AA6}"/>
                </a:ext>
              </a:extLst>
            </p:cNvPr>
            <p:cNvSpPr/>
            <p:nvPr/>
          </p:nvSpPr>
          <p:spPr>
            <a:xfrm>
              <a:off x="2381646" y="7170786"/>
              <a:ext cx="219920" cy="6153"/>
            </a:xfrm>
            <a:custGeom>
              <a:avLst/>
              <a:gdLst>
                <a:gd name="csX0" fmla="*/ 219921 w 219920"/>
                <a:gd name="csY0" fmla="*/ 1 h 6153"/>
                <a:gd name="csX1" fmla="*/ 73307 w 219920"/>
                <a:gd name="csY1" fmla="*/ 1 h 6153"/>
                <a:gd name="csX2" fmla="*/ 146614 w 219920"/>
                <a:gd name="csY2" fmla="*/ 1 h 6153"/>
                <a:gd name="csX3" fmla="*/ 1 w 219920"/>
                <a:gd name="csY3" fmla="*/ 1 h 6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20" h="6153">
                  <a:moveTo>
                    <a:pt x="219921" y="1"/>
                  </a:moveTo>
                  <a:lnTo>
                    <a:pt x="73307" y="1"/>
                  </a:lnTo>
                  <a:lnTo>
                    <a:pt x="146614" y="1"/>
                  </a:lnTo>
                  <a:lnTo>
                    <a:pt x="1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5" name="Graphic 4">
              <a:extLst>
                <a:ext uri="{FF2B5EF4-FFF2-40B4-BE49-F238E27FC236}">
                  <a16:creationId xmlns:a16="http://schemas.microsoft.com/office/drawing/2014/main" id="{6A04E809-BFD1-4121-88D3-03E19458456A}"/>
                </a:ext>
              </a:extLst>
            </p:cNvPr>
            <p:cNvGrpSpPr/>
            <p:nvPr/>
          </p:nvGrpSpPr>
          <p:grpSpPr>
            <a:xfrm>
              <a:off x="2601567" y="6986173"/>
              <a:ext cx="879681" cy="369226"/>
              <a:chOff x="2601567" y="6986173"/>
              <a:chExt cx="879681" cy="369226"/>
            </a:xfrm>
          </p:grpSpPr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807EA3F3-48D9-D220-0745-9DA1009845C4}"/>
                  </a:ext>
                </a:extLst>
              </p:cNvPr>
              <p:cNvSpPr/>
              <p:nvPr/>
            </p:nvSpPr>
            <p:spPr>
              <a:xfrm>
                <a:off x="2601567" y="6986173"/>
                <a:ext cx="879681" cy="369226"/>
              </a:xfrm>
              <a:custGeom>
                <a:avLst/>
                <a:gdLst>
                  <a:gd name="csX0" fmla="*/ 439841 w 879681"/>
                  <a:gd name="csY0" fmla="*/ 1 h 369226"/>
                  <a:gd name="csX1" fmla="*/ 879682 w 879681"/>
                  <a:gd name="csY1" fmla="*/ 184614 h 369226"/>
                  <a:gd name="csX2" fmla="*/ 439841 w 879681"/>
                  <a:gd name="csY2" fmla="*/ 369227 h 369226"/>
                  <a:gd name="csX3" fmla="*/ 1 w 879681"/>
                  <a:gd name="csY3" fmla="*/ 184614 h 3692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79681" h="369226">
                    <a:moveTo>
                      <a:pt x="439841" y="1"/>
                    </a:moveTo>
                    <a:lnTo>
                      <a:pt x="879682" y="184614"/>
                    </a:lnTo>
                    <a:lnTo>
                      <a:pt x="439841" y="369227"/>
                    </a:lnTo>
                    <a:lnTo>
                      <a:pt x="1" y="184614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B1C8F056-2061-4C82-68E5-4FD6BA799289}"/>
                  </a:ext>
                </a:extLst>
              </p:cNvPr>
              <p:cNvSpPr txBox="1"/>
              <p:nvPr/>
            </p:nvSpPr>
            <p:spPr>
              <a:xfrm>
                <a:off x="2798172" y="7079754"/>
                <a:ext cx="476207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Monitor</a:t>
                </a:r>
              </a:p>
            </p:txBody>
          </p:sp>
        </p:grpSp>
        <p:grpSp>
          <p:nvGrpSpPr>
            <p:cNvPr id="278" name="Graphic 4">
              <a:extLst>
                <a:ext uri="{FF2B5EF4-FFF2-40B4-BE49-F238E27FC236}">
                  <a16:creationId xmlns:a16="http://schemas.microsoft.com/office/drawing/2014/main" id="{48ACCA33-1AF2-0F03-38D7-38E0E647388A}"/>
                </a:ext>
              </a:extLst>
            </p:cNvPr>
            <p:cNvGrpSpPr/>
            <p:nvPr/>
          </p:nvGrpSpPr>
          <p:grpSpPr>
            <a:xfrm>
              <a:off x="4357264" y="9321532"/>
              <a:ext cx="439840" cy="184613"/>
              <a:chOff x="4357264" y="9321532"/>
              <a:chExt cx="439840" cy="184613"/>
            </a:xfrm>
          </p:grpSpPr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D9E806A7-62C5-E608-765A-62B0C8BAED30}"/>
                  </a:ext>
                </a:extLst>
              </p:cNvPr>
              <p:cNvSpPr/>
              <p:nvPr/>
            </p:nvSpPr>
            <p:spPr>
              <a:xfrm>
                <a:off x="4357264" y="9321532"/>
                <a:ext cx="439840" cy="184613"/>
              </a:xfrm>
              <a:prstGeom prst="rect">
                <a:avLst/>
              </a:prstGeom>
              <a:noFill/>
              <a:ln w="732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8B56C6E3-9B21-F798-8974-CCBAF9D75139}"/>
                  </a:ext>
                </a:extLst>
              </p:cNvPr>
              <p:cNvSpPr txBox="1"/>
              <p:nvPr/>
            </p:nvSpPr>
            <p:spPr>
              <a:xfrm>
                <a:off x="4300911" y="9282807"/>
                <a:ext cx="549614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Technical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CDADD2D9-CC06-5AFA-8A2C-74E666B8EDE5}"/>
                  </a:ext>
                </a:extLst>
              </p:cNvPr>
              <p:cNvSpPr txBox="1"/>
              <p:nvPr/>
            </p:nvSpPr>
            <p:spPr>
              <a:xfrm>
                <a:off x="4401958" y="9368960"/>
                <a:ext cx="347519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staff</a:t>
                </a:r>
              </a:p>
            </p:txBody>
          </p:sp>
        </p:grpSp>
        <p:grpSp>
          <p:nvGrpSpPr>
            <p:cNvPr id="282" name="Graphic 4">
              <a:extLst>
                <a:ext uri="{FF2B5EF4-FFF2-40B4-BE49-F238E27FC236}">
                  <a16:creationId xmlns:a16="http://schemas.microsoft.com/office/drawing/2014/main" id="{72495F01-3D6D-ADB6-7BAA-1EB6FEA7A159}"/>
                </a:ext>
              </a:extLst>
            </p:cNvPr>
            <p:cNvGrpSpPr/>
            <p:nvPr/>
          </p:nvGrpSpPr>
          <p:grpSpPr>
            <a:xfrm>
              <a:off x="1648578" y="7047710"/>
              <a:ext cx="733067" cy="246151"/>
              <a:chOff x="1648578" y="7047710"/>
              <a:chExt cx="733067" cy="246151"/>
            </a:xfrm>
          </p:grpSpPr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E875E27F-8D50-B69A-BBC6-2B4A40C0607E}"/>
                  </a:ext>
                </a:extLst>
              </p:cNvPr>
              <p:cNvSpPr/>
              <p:nvPr/>
            </p:nvSpPr>
            <p:spPr>
              <a:xfrm>
                <a:off x="1648578" y="7047710"/>
                <a:ext cx="733067" cy="246151"/>
              </a:xfrm>
              <a:prstGeom prst="ellipse">
                <a:avLst/>
              </a:pr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0E0A3820-EB05-5A2A-38EE-49ACD4C341BA}"/>
                  </a:ext>
                </a:extLst>
              </p:cNvPr>
              <p:cNvSpPr txBox="1"/>
              <p:nvPr/>
            </p:nvSpPr>
            <p:spPr>
              <a:xfrm>
                <a:off x="1825633" y="7079754"/>
                <a:ext cx="368695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Date</a:t>
                </a:r>
              </a:p>
            </p:txBody>
          </p:sp>
        </p:grp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43A4050-8375-8FD8-8AF2-E26A32C24A1C}"/>
                </a:ext>
              </a:extLst>
            </p:cNvPr>
            <p:cNvSpPr/>
            <p:nvPr/>
          </p:nvSpPr>
          <p:spPr>
            <a:xfrm>
              <a:off x="5900372" y="4893887"/>
              <a:ext cx="2727012" cy="1784596"/>
            </a:xfrm>
            <a:custGeom>
              <a:avLst/>
              <a:gdLst>
                <a:gd name="csX0" fmla="*/ 1 w 2727012"/>
                <a:gd name="csY0" fmla="*/ 1784597 h 1784596"/>
                <a:gd name="csX1" fmla="*/ 513148 w 2727012"/>
                <a:gd name="csY1" fmla="*/ 1784597 h 1784596"/>
                <a:gd name="csX2" fmla="*/ 513148 w 2727012"/>
                <a:gd name="csY2" fmla="*/ 184614 h 1784596"/>
                <a:gd name="csX3" fmla="*/ 2727013 w 2727012"/>
                <a:gd name="csY3" fmla="*/ 184614 h 1784596"/>
                <a:gd name="csX4" fmla="*/ 2727013 w 2727012"/>
                <a:gd name="csY4" fmla="*/ 1 h 178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27012" h="1784596">
                  <a:moveTo>
                    <a:pt x="1" y="1784597"/>
                  </a:moveTo>
                  <a:lnTo>
                    <a:pt x="513148" y="1784597"/>
                  </a:lnTo>
                  <a:lnTo>
                    <a:pt x="513148" y="184614"/>
                  </a:lnTo>
                  <a:lnTo>
                    <a:pt x="2727013" y="184614"/>
                  </a:lnTo>
                  <a:lnTo>
                    <a:pt x="2727013" y="1"/>
                  </a:lnTo>
                </a:path>
              </a:pathLst>
            </a:custGeom>
            <a:noFill/>
            <a:ln w="7328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6" name="Graphic 4">
              <a:extLst>
                <a:ext uri="{FF2B5EF4-FFF2-40B4-BE49-F238E27FC236}">
                  <a16:creationId xmlns:a16="http://schemas.microsoft.com/office/drawing/2014/main" id="{F2377946-704F-B9AF-0C71-461250323B53}"/>
                </a:ext>
              </a:extLst>
            </p:cNvPr>
            <p:cNvGrpSpPr/>
            <p:nvPr/>
          </p:nvGrpSpPr>
          <p:grpSpPr>
            <a:xfrm>
              <a:off x="5020690" y="6493870"/>
              <a:ext cx="879681" cy="369226"/>
              <a:chOff x="5020690" y="6493870"/>
              <a:chExt cx="879681" cy="369226"/>
            </a:xfrm>
          </p:grpSpPr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5F187D06-9411-E949-FA91-F11D7A8CEE05}"/>
                  </a:ext>
                </a:extLst>
              </p:cNvPr>
              <p:cNvSpPr/>
              <p:nvPr/>
            </p:nvSpPr>
            <p:spPr>
              <a:xfrm>
                <a:off x="5020690" y="6493870"/>
                <a:ext cx="879681" cy="369226"/>
              </a:xfrm>
              <a:custGeom>
                <a:avLst/>
                <a:gdLst>
                  <a:gd name="csX0" fmla="*/ 439841 w 879681"/>
                  <a:gd name="csY0" fmla="*/ 1 h 369226"/>
                  <a:gd name="csX1" fmla="*/ 879682 w 879681"/>
                  <a:gd name="csY1" fmla="*/ 184614 h 369226"/>
                  <a:gd name="csX2" fmla="*/ 439841 w 879681"/>
                  <a:gd name="csY2" fmla="*/ 369227 h 369226"/>
                  <a:gd name="csX3" fmla="*/ 1 w 879681"/>
                  <a:gd name="csY3" fmla="*/ 184614 h 3692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79681" h="369226">
                    <a:moveTo>
                      <a:pt x="439841" y="1"/>
                    </a:moveTo>
                    <a:lnTo>
                      <a:pt x="879682" y="184614"/>
                    </a:lnTo>
                    <a:lnTo>
                      <a:pt x="439841" y="369227"/>
                    </a:lnTo>
                    <a:lnTo>
                      <a:pt x="1" y="184614"/>
                    </a:lnTo>
                    <a:close/>
                  </a:path>
                </a:pathLst>
              </a:custGeom>
              <a:solidFill>
                <a:srgbClr val="FFFFFF"/>
              </a:solidFill>
              <a:ln w="732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F04F5D96-4C19-D3F8-5CEF-898C8D27D0F6}"/>
                  </a:ext>
                </a:extLst>
              </p:cNvPr>
              <p:cNvSpPr txBox="1"/>
              <p:nvPr/>
            </p:nvSpPr>
            <p:spPr>
              <a:xfrm>
                <a:off x="5175717" y="6587452"/>
                <a:ext cx="559364" cy="173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Consume</a:t>
                </a:r>
              </a:p>
            </p:txBody>
          </p:sp>
        </p:grpSp>
      </p:grpSp>
      <p:sp>
        <p:nvSpPr>
          <p:cNvPr id="289" name="TextBox 288">
            <a:extLst>
              <a:ext uri="{FF2B5EF4-FFF2-40B4-BE49-F238E27FC236}">
                <a16:creationId xmlns:a16="http://schemas.microsoft.com/office/drawing/2014/main" id="{FFAB7F70-CED2-35C3-B9ED-7452748D528C}"/>
              </a:ext>
            </a:extLst>
          </p:cNvPr>
          <p:cNvSpPr txBox="1"/>
          <p:nvPr/>
        </p:nvSpPr>
        <p:spPr>
          <a:xfrm>
            <a:off x="5764459" y="9380102"/>
            <a:ext cx="1221881" cy="160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50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Text is not SVG - cannot display</a:t>
            </a:r>
          </a:p>
        </p:txBody>
      </p:sp>
    </p:spTree>
    <p:extLst>
      <p:ext uri="{BB962C8B-B14F-4D97-AF65-F5344CB8AC3E}">
        <p14:creationId xmlns:p14="http://schemas.microsoft.com/office/powerpoint/2010/main" val="3431038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AA17E6-61BE-BCC2-B2C8-F25A5EDD2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01600" cy="9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551</Words>
  <Application>Microsoft Office PowerPoint</Application>
  <PresentationFormat>A3 Paper (297x420 mm)</PresentationFormat>
  <Paragraphs>375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Helvetica</vt:lpstr>
      <vt:lpstr>Office Theme</vt:lpstr>
      <vt:lpstr>Lab 1: Conceptual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Abdelillah SABER</dc:creator>
  <cp:lastModifiedBy>Abdelillah SABER</cp:lastModifiedBy>
  <cp:revision>2</cp:revision>
  <dcterms:created xsi:type="dcterms:W3CDTF">2026-09-20T12:36:43Z</dcterms:created>
  <dcterms:modified xsi:type="dcterms:W3CDTF">2026-09-20T13:34:31Z</dcterms:modified>
</cp:coreProperties>
</file>